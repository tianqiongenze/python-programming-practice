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80" r:id="rId32"/>
    <p:sldId id="310" r:id="rId62"/>
    <p:sldId id="339" r:id="rId91"/>
    <p:sldId id="341" r:id="rId93"/>
    <p:sldId id="366" r:id="rId118"/>
    <p:sldId id="367" r:id="rId1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32" Type="http://schemas.openxmlformats.org/officeDocument/2006/relationships/slide" Target="slides/slide2.xml"/><Relationship Id="rId62" Type="http://schemas.openxmlformats.org/officeDocument/2006/relationships/slide" Target="slides/slide3.xml"/><Relationship Id="rId91" Type="http://schemas.openxmlformats.org/officeDocument/2006/relationships/slide" Target="slides/slide4.xml"/><Relationship Id="rId93" Type="http://schemas.openxmlformats.org/officeDocument/2006/relationships/slide" Target="slides/slide5.xml"/><Relationship Id="rId118" Type="http://schemas.openxmlformats.org/officeDocument/2006/relationships/slide" Target="slides/slide6.xml"/><Relationship Id="rId119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开场30秒：本次课《列表与字典：C里没有的武器》，80分钟＝2课时×40分钟。课前已发工单+starter+微课知识卡，资讯·计划线上完成。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情境说书（30秒，口头讲，不必逐字念）：实习第一天，吴工丢来一份《新员工Python能力测评》：'你C语言底子不错，今天把这五道题过了，明天进项目组。'——工单P1.1：五题闯关，完成从C到Python的迁移。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项目1 | 预习知识点：Python基础回顾(C→Python迁移)；conda环境创建与激活 | 课中检查知识点：五题闯关全过；能conda activate pp03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Python程序设计（项目实战）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数字化转型办公室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列表与字典：C里没有的武器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第一周 · 第2次课（2课时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 + conda环境(pp03) + Git/GitHub（每周提交）</a:t>
            </a:r>
          </a:p>
        </p:txBody>
      </p:sp>
      <p:pic>
        <p:nvPicPr>
          <p:cNvPr id="7" name="Picture 6" descr="W1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数字化转型办公室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实习第一天，吴工丢来一份《新员工Python能力测评》：'你C语言底子不错，今天把这五道题过了，明天进项目组。'——工单P1.1：五题闯关，完成从C到Python的迁移。</a:t>
            </a:r>
          </a:p>
        </p:txBody>
      </p:sp>
      <p:pic>
        <p:nvPicPr>
          <p:cNvPr id="9" name="Picture 8" descr="W1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列表与字典：C里没有的武器（1）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列表与元组：动态数组能力、切片操作；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字典：键值映射、与C结构体的对照；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面向对象基础：类、对象、属性、方法（C结构体+函数指针的升级视角）；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异常处理：try/except/finally；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工单P1.1实操：完成5个渐进式练习题（数据类型⭐/控制流⭐⭐/列表字典⭐⭐/类与对象⭐⭐⭐/异常处理⭐⭐）。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完成工单P1.1《Python基础练习五题》：及格标准≥3题正确+PEP 8≥75%；优秀标准5题全对+PEP 8≥85%+命名有意义；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整理个人《C→Python迁移对照笔记》；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预习PEP 8规范与Git基础操作。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/>
              <a:t>P1.2 工程模板生成完成态 · 完成后长这样（真实运行·参考实现）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7" name="Rectangle 6"/>
          <p:cNvSpPr/>
          <p:nvPr/>
        </p:nvSpPr>
        <p:spPr>
          <a:xfrm>
            <a:off x="70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0000" y="4320000"/>
            <a:ext cx="46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1B2B28"/>
                </a:solidFill>
              </a:rPr>
              <a:t>3. pylint 评分 ≥ 8.5</a:t>
            </a:r>
          </a:p>
        </p:txBody>
      </p:sp>
      <p:sp>
        <p:nvSpPr>
          <p:cNvPr id="9" name="Rectangle 8"/>
          <p:cNvSpPr/>
          <p:nvPr/>
        </p:nvSpPr>
        <p:spPr>
          <a:xfrm>
            <a:off x="556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60000" y="2520000"/>
            <a:ext cx="46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1B2B28"/>
                </a:solidFill>
              </a:rPr>
              <a:t>2. git 五步命令逐条执行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6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60000" y="4320000"/>
            <a:ext cx="46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1B2B28"/>
                </a:solidFill>
              </a:rPr>
              <a:t>4. pytest 测试通过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 / 7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1494" y="1900000"/>
            <a:ext cx="3917012" cy="160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下次课预告（第2周）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生成标准工程模板并推Git——应用：见工单sta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requirements.txt的作用？conda环境为什么不必进.gitignore？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