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11" r:id="rId63"/>
    <p:sldId id="320" r:id="rId72"/>
    <p:sldId id="368" r:id="rId120"/>
    <p:sldId id="339" r:id="rId91"/>
    <p:sldId id="366" r:id="rId118"/>
    <p:sldId id="367" r:id="rId1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63" Type="http://schemas.openxmlformats.org/officeDocument/2006/relationships/slide" Target="slides/slide2.xml"/><Relationship Id="rId72" Type="http://schemas.openxmlformats.org/officeDocument/2006/relationships/slide" Target="slides/slide3.xml"/><Relationship Id="rId91" Type="http://schemas.openxmlformats.org/officeDocument/2006/relationships/slide" Target="slides/slide5.xml"/><Relationship Id="rId118" Type="http://schemas.openxmlformats.org/officeDocument/2006/relationships/slide" Target="slides/slide6.xml"/><Relationship Id="rId119" Type="http://schemas.openxmlformats.org/officeDocument/2006/relationships/slide" Target="slides/slide7.xml"/><Relationship Id="rId12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开场30秒：本次课《把模型部署到产线边缘》，80分钟＝2课时×40分钟。课前已发工单+starter+微课知识卡，资讯·计划线上完成。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工单发布话术：'数字化转型办公室发来工单P6.2《缺陷检测模型部署》，及格线是推，优秀线看A层标准'——念完发starter。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项目3+项目6 | 预习知识点：scikit-learn五步流；模型保存(joblib)；推理服务 | 课中检查知识点：F1≥0.80；/predict可调通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把模型部署到产线边缘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把模型部署到产线边缘（1）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深度学习轻量化：CNN/LSTM基础回顾、迁移学习概念；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模型导出与部署：ONNX格式、推理接口封装；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边缘部署要点：性能（延迟/吞吐）、模型版本管理；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工单P6.2实操：基于教师端训练产出的预训练缺陷检测模型（离线模型包，训练过程演示回放），学生聚焦评估调参、推理服务封装与性能测试；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课程总结与综合项目（P7，扩展周可选）说明。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实施任务：工单P6.2《缺陷检测模型部署》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预训练模型包本地推理(≥10样本)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POST /predict服务封装(JSON入出)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延迟测试+版本命名(model_v1)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推理服务可调通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异常处理(404/参数错)+延迟记录+P7立项(超优)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P6.2 推理服务压测完成态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推理接口可调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healthz 返回 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p95 &lt; 200ms（本机）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warmup 已执行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452297"/>
            <a:ext cx="7863840" cy="1532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会按场景选存储引擎并写决策矩阵留痕——应用：见工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五库各自解决什么问题？为什么不用一库走天下？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