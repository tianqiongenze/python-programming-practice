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2"/>
    <p:sldId id="311" r:id="rId63"/>
    <p:sldId id="319" r:id="rId71"/>
    <p:sldId id="367" r:id="rId119"/>
    <p:sldId id="338" r:id="rId90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2" Type="http://schemas.openxmlformats.org/officeDocument/2006/relationships/slide" Target="slides/slide2.xml"/><Relationship Id="rId63" Type="http://schemas.openxmlformats.org/officeDocument/2006/relationships/slide" Target="slides/slide3.xml"/><Relationship Id="rId71" Type="http://schemas.openxmlformats.org/officeDocument/2006/relationships/slide" Target="slides/slide4.xml"/><Relationship Id="rId90" Type="http://schemas.openxmlformats.org/officeDocument/2006/relationships/slide" Target="slides/slide6.xml"/><Relationship Id="rId117" Type="http://schemas.openxmlformats.org/officeDocument/2006/relationships/slide" Target="slides/slide7.xml"/><Relationship Id="rId118" Type="http://schemas.openxmlformats.org/officeDocument/2006/relationships/slide" Target="slides/slide8.xml"/><Relationship Id="rId119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开场30秒：本次课《搭建多源数据采集中枢》，80分钟＝2课时×40分钟。课前已发工单+starter+微课知识卡，资讯·计划线上完成。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搭建多源数据采集中枢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搭建多源数据采集中枢（1）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系统架构：3个PLC模拟器→Modbus采集器→数据处理→存储，MQTT订阅云端指令；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模块设计：ModbusCollector/MQTTSubscriber/DataProcessor三类线程架构；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工程要点：连接超时重连、数据缓冲、单位转换、异常告警、批量入库；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工单P4.1实操：基于提供的三线程架构骨架（ModbusCollector/MQTTSubscriber/DataProcessor模板），聚焦协议集成与可靠性开发，完成多源工业数据采集与消息中间件系统（采集率≥95%，吞吐≥1000条/秒）。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实施任务：工单P4.1《多源数据采集系统》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MQTTSubscriber订阅device/+/status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Processor去重+告警+SQLite批量入库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30秒统计输出采集率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三源贯通+无丢失+系统文档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≥99.5%+延迟&lt;100ms+线程安全设计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P4.1 采集中枢完成态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三源并发采集正常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对账公式恒等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断线重连+退避生效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SQLite 落库无缺口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撰写系统架构文档（模块图+数据流图）；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预习SQL基础与数据库设计方法。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四表ER设计与ORM建模——应用：见工单star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