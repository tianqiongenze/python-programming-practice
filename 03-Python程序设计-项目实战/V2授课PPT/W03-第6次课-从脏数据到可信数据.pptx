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80" r:id="rId32"/>
    <p:sldId id="311" r:id="rId63"/>
    <p:sldId id="340" r:id="rId92"/>
    <p:sldId id="342" r:id="rId94"/>
    <p:sldId id="367" r:id="rId119"/>
    <p:sldId id="368" r:id="rId1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32" Type="http://schemas.openxmlformats.org/officeDocument/2006/relationships/slide" Target="slides/slide2.xml"/><Relationship Id="rId63" Type="http://schemas.openxmlformats.org/officeDocument/2006/relationships/slide" Target="slides/slide3.xml"/><Relationship Id="rId92" Type="http://schemas.openxmlformats.org/officeDocument/2006/relationships/slide" Target="slides/slide4.xml"/><Relationship Id="rId94" Type="http://schemas.openxmlformats.org/officeDocument/2006/relationships/slide" Target="slides/slide5.xml"/><Relationship Id="rId119" Type="http://schemas.openxmlformats.org/officeDocument/2006/relationships/slide" Target="slides/slide6.xml"/><Relationship Id="rId120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开场30秒：本次课《从脏数据到可信数据》，80分钟＝2课时×40分钟。课前已发工单+starter+微课知识卡，资讯·计划线上完成。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一号厂区发来一个月的传感器原始数据，中台拒收：缺失、异常、格式混乱。吴工：'数据不干净，后面全是空中楼阁。'——工单P2.1：Pandas七步清洗管道，质量评分冲85+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| 预习知识点：Pandas Series/DataFrame；数据清洗(缺失/异常) | 课中检查知识点：七步管道质量≥85%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从脏数据到可信数据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第三周 · 第6次课（2课时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Jupyter（Pandas/NumPy数据探索）+ Git/GitHub（每周提交）</a:t>
            </a:r>
          </a:p>
        </p:txBody>
      </p:sp>
      <p:pic>
        <p:nvPicPr>
          <p:cNvPr id="7" name="Picture 6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一号厂区发来一个月的传感器原始数据，中台拒收：缺失、异常、格式混乱。吴工：'数据不干净，后面全是空中楼阁。'——工单P2.1：Pandas七步清洗管道，质量评分冲85+。</a:t>
            </a:r>
          </a:p>
        </p:txBody>
      </p:sp>
      <p:pic>
        <p:nvPicPr>
          <p:cNvPr id="9" name="Picture 8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从脏数据到可信数据（1）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缺失值处理：dropna、fillna、interpolate；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异常值检测：IQR法、Z-score法、可视化检测；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类型转换与去重：astype、to_datetime、drop_duplicates；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数据合并与分组：merge、concat、groupby、pivot_table；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工单P2.1实操：构建完整数据处理管道（加载→清洗→验证→输出清洁数据+质量报告）。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完成工单P2.1《Pandas数据处理管道》：及格标准管道完整+质量≥85%；优秀标准特殊格式处理+质量≥90%+PEP 8≥85%；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撰写数据质量报告（问题类型统计与处理决策说明）；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预习NumPy数组基础。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/>
              <a:t>P4.1 采集上报完成态 · 完成后长这样（真实运行·参考实现）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3. 断线重连生效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2. MQTT 上报 ≥ 3 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4. 数值 ÷10 还原正确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00" y="2006102"/>
            <a:ext cx="4600000" cy="13877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下次课预告（第4周）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特征字典驱动补齐30维特征——应用：见工单sta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x**2向量化为什么比for快100倍？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