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8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11" r:id="rId63"/>
    <p:sldId id="321" r:id="rId73"/>
    <p:sldId id="369" r:id="rId121"/>
    <p:sldId id="340" r:id="rId92"/>
    <p:sldId id="367" r:id="rId119"/>
    <p:sldId id="368" r:id="rId1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63" Type="http://schemas.openxmlformats.org/officeDocument/2006/relationships/slide" Target="slides/slide2.xml"/><Relationship Id="rId73" Type="http://schemas.openxmlformats.org/officeDocument/2006/relationships/slide" Target="slides/slide3.xml"/><Relationship Id="rId92" Type="http://schemas.openxmlformats.org/officeDocument/2006/relationships/slide" Target="slides/slide5.xml"/><Relationship Id="rId119" Type="http://schemas.openxmlformats.org/officeDocument/2006/relationships/slide" Target="slides/slide6.xml"/><Relationship Id="rId120" Type="http://schemas.openxmlformats.org/officeDocument/2006/relationships/slide" Target="slides/slide7.xml"/><Relationship Id="rId12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开场30秒：本次课《每天早上8点的生产日报》，80分钟＝2课时×40分钟。课前已发工单+starter+微课知识卡，资讯·计划线上完成。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工单发布话术：'数字化转型办公室发来工单P3.2《每日生产分析报告系统》，及格线是四，优秀线看A层标准'——念完发starter。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项目6 | 预习知识点：matplotlib绘图(subplot/bar)；Streamlit/Plotly概览 | 课中检查知识点：5+KPI仪表盘可交互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每天早上8点的生产日报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第五周 · 第10次课（2课时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conda环境(pp03) + Git/GitHub（每周提交）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每天早上8点的生产日报（1）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Jinja2 HTML报表模板与CSS样式；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reportlab生成PDF（图表+图像+表格混排）；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邮件发送自动化（smtplib）；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工单P3.2实操：设计每日生产分析报告系统（概览/详细分析/异常识别/数据表四部分，生成&lt;1分钟）。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实施任务：工单P3.2《每日生产分析报告系统》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Jinja2渲染HTML四段式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reportlab图文PDF(中文字体)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生成耗时记录(&lt;2min)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四部分完整+PDF正确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异常自动识别+&lt;1分钟+美观≥4/5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"/>
          </a:xfrm>
          <a:prstGeom prst="roundRect">
            <a:avLst>
              <a:gd name="adj" fmla="val 5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E54"/>
                </a:solidFill>
              </a:rPr>
              <a:t>工单实战 · 完成效果图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TARGET · 完成后长这样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410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B2B28"/>
                </a:solidFill>
              </a:rPr>
              <a:t>P3 日报自动化完成态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30000"/>
          </a:xfrm>
          <a:prstGeom prst="roundRect">
            <a:avLst>
              <a:gd name="adj" fmla="val 5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67928" y="1627632"/>
            <a:ext cx="3148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5E54"/>
                </a:solidFill>
              </a:rPr>
              <a:t>四个自检点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67928" y="2066543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95944" y="2157983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157983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9992" y="2130551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KPI 计算正确（5 指标）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67928" y="2807207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95944" y="2898647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95944" y="2898647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2871215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B2B28"/>
                </a:solidFill>
              </a:rPr>
              <a:t>P3 日报自动化完成态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67928" y="3547871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95944" y="3639311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95944" y="363931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3611879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图表嵌入无乱码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67928" y="4288535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95944" y="4379975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95944" y="4379975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9992" y="4352543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退出码 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" y="5138928"/>
            <a:ext cx="78638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5488" y="5138928"/>
            <a:ext cx="54864" cy="868680"/>
          </a:xfrm>
          <a:prstGeom prst="roundRect">
            <a:avLst>
              <a:gd name="adj" fmla="val 5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212080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B2B28"/>
                </a:solidFill>
              </a:rPr>
              <a:t>怎么看：终端退出码 0 + 关键数字在及格线以上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541264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E6A"/>
                </a:solidFill>
              </a:rPr>
              <a:t>截图提交：运行窗口含文件名与输出，截全屏交工单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6419088"/>
            <a:ext cx="11241024" cy="9000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382322"/>
            <a:ext cx="7863840" cy="16727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完成工单P3.1《产线KPI实时仪表盘》：及格标准5个KPI+时间筛选可用；优秀标准≥7指标+钻取交互+加载&lt;2秒；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完成工单P3.2《每日生产分析报告系统》：及格标准四部分完整+PDF正确；优秀标准异常自动识别+&lt;1分钟+美观度≥4/5；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预习TCP/IP与MQTT协议基础。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三线程骨架贯通(采集/订阅/处理)——应用：见工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为什么‘共享list.append’有隐患而Queue安全？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