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4469"/>
            <a:ext cx="5029200" cy="392906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480389" cy="289559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480389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Python程序设计（项目实战） · 8周·32课时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9A227"/>
                </a:solidFill>
                <a:latin typeface="Microsoft YaHei"/>
                <a:ea typeface="Microsoft YaHei"/>
              </a:rPr>
              <a:t>W06 · 第11次课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让程序同时听三个PLC说话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001361" cy="27749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01361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P4.1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78601" y="3931920"/>
            <a:ext cx="1549400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78601" y="3931920"/>
            <a:ext cx="1549400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多源数据采集系统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287748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28774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本节（上）：基础实现 · 概念打底 + D/C层保底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3台PLC+云端MQTT并发接入。三线程骨架已给；2号PLC会随机掉线——正好实测重连。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课程定位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02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COURSE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这门课站在哪：定位与出路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四年后你手里的证书与岗位，都从这门课出发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1920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课程性质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自包含工程应用课：C语言底子直接上工业项目（P1-P7任务链）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371600"/>
            <a:ext cx="64008" cy="1920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6179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面向岗位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6179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数据工程师 / 数据分析 / AI应用 / 采集技术员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" y="3456432"/>
            <a:ext cx="64008" cy="1920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对接证书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Python开发 · 数据应用与服务（1+X）· AI应用实践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0147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0147" y="3456432"/>
            <a:ext cx="64008" cy="1920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6179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课程衔接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6179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前置仅需C语言 → 本课8周 → 后：毕业设计/平台实习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468112"/>
            <a:ext cx="1124071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5559552"/>
            <a:ext cx="54864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本课程路线图（当前周高亮）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C→Py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45169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45169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W2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工程规范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95395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95395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W3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Pand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45621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45621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W4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NumP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95847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5847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W5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交互式仪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46073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46073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W6</a:t>
            </a:r>
            <a:r>
              <a:rPr sz="800" b="0">
                <a:solidFill>
                  <a:srgbClr val="F0E6D8"/>
                </a:solidFill>
                <a:latin typeface="Microsoft YaHei"/>
                <a:ea typeface="Microsoft YaHei"/>
              </a:rPr>
              <a:t>
多线程采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96299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96299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W7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数据库设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46525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46525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W8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Scik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剧情情境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03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738541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738541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SCENARIO · 两江智造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车间今天发生了什么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连续剧情 · 你（小郑）的第11次出场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598485"/>
            <a:ext cx="4261104" cy="3340989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25917"/>
            <a:ext cx="4206240" cy="3286125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910328" y="1417320"/>
            <a:ext cx="6805879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10328" y="1417320"/>
            <a:ext cx="6805879" cy="914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8" y="1691640"/>
            <a:ext cx="6257239" cy="1920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1B2B28"/>
                </a:solidFill>
                <a:latin typeface="Microsoft YaHei"/>
                <a:ea typeface="Microsoft YaHei"/>
              </a:rPr>
              <a:t>3台PLC+云端MQTT并发接入。三线程骨架已给；2号PLC会随机掉线——正好实测重连。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10328" y="4005072"/>
            <a:ext cx="6805879" cy="160020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38928" y="4160520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8928" y="4160520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本课工单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133088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P4.1 · 多源数据采集系统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38928" y="4636008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8" y="4636008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608576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启动plc_simulator三台PLC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38928" y="5111496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5111496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084064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ModbusCollector轮询0.5s×3台(÷10还原)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5303520"/>
            <a:ext cx="128016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C6E6A"/>
                </a:solidFill>
                <a:latin typeface="Microsoft YaHei"/>
                <a:ea typeface="Microsoft YaHei"/>
              </a:rPr>
              <a:t>出场人物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5266944"/>
            <a:ext cx="71475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08776" y="5266944"/>
            <a:ext cx="71475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方总监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33260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33260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吴工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23124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23124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小郑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04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掌握Modbus寄存器读写流程；掌握MQTT主题设计与QoS机制；理解多线程并发与Queue线程安全原理。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能够开发多线程多源采集系统（采集率≥95%优秀≥99.5%）；能够处理断线重连与数据缓冲；代码PEP 8≥75%。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建立“系统稳定性”工程意识（7×24运行思维），培养并发编程的严谨性（线程安全、资源释放）。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5E54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220927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220927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1.启动plc_sim…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150924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150924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2.ModbusCol…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19131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19131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3.read_one退…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本章聚焦：多源采集——重点： · Modbus/MQTT协议集成；多…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线程并发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('线程并发=操作系统在单核上快速切换执行多个任务（GIL使Pyt…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Queue传送带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('Queue线程安全传送带：生产者put进货、消费者get取货，…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get超时防死等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("q.get(timeout=5)最多等5秒，超时抛Empty异…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W06-11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06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B01 线程并发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线程=车间三条传送带同时转：采集/处理/入库互不挡道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原理：线程并发=操作系统在单核上快速切换执行多个任务（GIL使Python线程不能真并行CPU计算，但IO等待时可切换）——采集卡在等网络时别的线程照干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采集不能被入库阻塞——三线程并行是主链路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怎么判断：三个PLC并发采集：单线程轮询一轮3秒，三线程各采各的一轮仍是1秒——IO密集场景线程正合适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t = threading.Thread(target=worker); t.start()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逐行看：t=threading.Thread(target=poll,args=(plc1,)) 开线程；t.start() 并发跑；t.join() 等收队——主线程不阻塞继续干别的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误区：以为多线程必然更快——GIL下CPU密集不加速，IO密集才香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进阶：CPU密集用进程池multiprocessing绕开GIL；Python 3.13 freethread实验性去GIL——选型看瓶颈在IO还是CPU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07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线程并发：一张图看懂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683f1eb9bea65e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追问：误区：以为多线程必然更快——GIL下CPU密集不加速，IO密集才香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一句话：线程=车间三条传送带同时转：采集/处理/入库互不挡道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何时用：采集不能被入库阻塞——三线程并行是主链路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08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B02 Queue传送带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queue.Queue=自带保险锁的传送带——线程间传数据不丢不撞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原理：Queue线程安全传送带：生产者put进货、消费者get取货，自带锁不丢单——线程间传数据不走全局变量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采集线程与入库线程解耦——快慢各干各的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怎么判断：采集线程往队列塞原始数据、清洗线程从队列取——两环节速度解耦，互不等待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q.put(row) / row = q.get(timeout=3)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逐行看：q=queue.Queue(maxsize=100) 带背压的传送带（满则put阻塞防内存爆）；q.put(row) 塞；q.get() 取——中间缓冲解耦两侧速率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误区：直接共享全局列表传数据——裸列表非线程安全，必加锁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进阶：qsize()监控积压（消费不动了先看这）；task_done()+join()任务级同步；进阶PriorityQueue告警优先处理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09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Queue传送带：一张图看懂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37fc07509ff321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追问：误区：直接共享全局列表传数据——裸列表非线程安全，必加锁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一句话：queue.Queue=自带保险锁的传送带——线程间传数据不丢不撞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何时用：采集线程与入库线程解耦——快慢各干各的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10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B03 get超时防死等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get(timeout)=传送带空转3秒就检查——不给死等机会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原理：q.get(timeout=5)最多等5秒，超时抛Empty异常——防止设备'死寂'时消费线程永远挂起（死等的反义词是有时限的等）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采集断流时入库线程能检查退出标志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怎么判断：任何阻塞调用都要带超时：网络读/队列取/条件等——无限等待=僵尸线程的温床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try: row=q.get(timeout=3) except Empty: continue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逐行看：try: row=q.get(timeout=5) 限时等；except queue.Empty: 记录心跳超时并continue —— 线程永远活着且有响应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误区：裸get()死等——采集一断入库线程永久卡死成僵尸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进阶：socket.setdefaulttimeout全局兜底；采集循环外层再包看门狗（N分钟无数据自动重启线程）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11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get超时防死等：一张图看懂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54e89a0545047fd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追问：误区：裸get()死等——采集一断入库线程永久卡死成僵尸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一句话：get(timeout)=传送带空转3秒就检查——不给死等机会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何时用：采集断流时入库线程能检查退出标志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本章聚焦：多源采集——重点： · Modbus/MQTT协议集成；多…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退避重连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backoff =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三线程骨架贯通(采集/…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三线程骨架贯通(采集/订阅/处理)——应用：见工单starter与…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断线重连实测(2号PL…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断线重连实测(2号PLC掉线)——应用：见工单starter与教师…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采集率统计与提升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采集率统计与提升——应用：见工单starter与教师参考实现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架构图绘制入工单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架构图绘制入工单——应用：见工单starter与教师参考实现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W06-11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13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退避重连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0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backoff = 1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while not stop.is_set():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got = False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for host, port in PLCS: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    if read_one(host, port): got = True; stat["ok"] += 1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    else: stat["fail"] += 1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backoff = 1 if got else min(backoff*2, 4)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time.sleep(0.5 if got else backoff)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14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Ctrl+C退不出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没设daemon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daemon=True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Queue满卡死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put无超时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put(timeout=1)+丢弃计数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线程日志混乱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无名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Thread(name='Modbus')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本章聚焦：多源采集——重点： · Modbus/MQTT协议集成；多…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W06-11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16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工单 P4.1 · 多源数据采集系统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启动plc_simulator三台PLC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ModbusCollector轮询0.5s×3台(÷10还原)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read_one退避重试(1→2→4s)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三源贯通+采集率&gt;95%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9A227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断线重连实测通过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 · 完成效果图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17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84596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84596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TARGET · 完成后长这样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P4.1 采集上报完成态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工单交付的'标准照'——做到与图中一致即达标（数字可因随机种子略有差异）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2172010"/>
            <a:ext cx="7918704" cy="172759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hot_w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199442"/>
            <a:ext cx="7863840" cy="16727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67928" y="1463040"/>
            <a:ext cx="314827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四个自检点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67928" y="192024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14232" y="201168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14232" y="201168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00253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PLC1五寄存器读取成功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67928" y="262890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14232" y="27203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27203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71119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MQTT上报≥3条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67928" y="333756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14232" y="342900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14232" y="342900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41985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断线重连生效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67928" y="404622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714232" y="413766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232" y="413766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412851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数值÷10还原正确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230368"/>
            <a:ext cx="786384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5330952"/>
            <a:ext cx="749807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怎么看：终端退出码0+关键数字在及格线以上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截图提交：运行窗口含文件名与输出，截全屏交工单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18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高可用演示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433761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433761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达标：≥99.5%+监控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主备采集切换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实时统计小面板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8小时稳定跑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完整多源系统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316103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316103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达标：≥95%+文档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补全read_one+on_message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断线重连调通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10分钟统计截图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9A227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单源贯通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334008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334008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达标：数据能入库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Modbus采集跑通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Queue到Processor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SQLite见记录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B5E54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架构观察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334008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334008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达标：能画线程图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跑演示notebook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记录采集率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手画三线程图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19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决策：并发模型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模型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复杂度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9028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资源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顺序轮询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0410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7316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多线程+Queue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0410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7316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asyncio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50410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7316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0B5E54"/>
                </a:solidFill>
                <a:latin typeface="Microsoft YaHei"/>
                <a:ea typeface="Microsoft YaHei"/>
              </a:rPr>
              <a:t>决策纪律：决策结论写入工单，答辩必答；实施失误回溯决策复盘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20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B2B28"/>
                </a:solidFill>
                <a:latin typeface="Microsoft YaHei"/>
                <a:ea typeface="Microsoft YaHei"/>
              </a:rPr>
              <a:t>为什么‘共享list.append’有隐患而Queue安全？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E54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三源贯通+采集率&gt;95%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断线重连实测通过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21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6349288ce1daf55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线程并发：线程=车间三条传送带同时转：采集/处理/入库互…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Queue传送带：queue.Queue=自带保险锁的传送带——…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get超时防死等：get(timeout)=传送带空转3秒就检查…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①工单P4.1收尾跑绿并上传 ②错题本记1条 ③预习微课+导学单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W06-11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22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1. 完成工单P4.1《多源工业数据采集系统》：及格标准采集率&gt;95%+无数据丢失；优秀标准≥99.5%+延迟&lt;100ms+告警完善；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2. 撰写系统架构文档（模块图+数据流图）；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3. 预习SQL基础与数据库设计方法。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学号_姓名_W06.py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搭建多源数据采集中枢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数据落了地却没有家。吴工：'给数据建个仓库吧——设备、测点、记录、告警四张表。'——工单P5：ER设计+ORM开发+索引优化。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B5E54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工单P4.1跑绿并上传学习平台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下次课 → 搭建多源数据采集中枢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W06-11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让程序同时听三个PLC说话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