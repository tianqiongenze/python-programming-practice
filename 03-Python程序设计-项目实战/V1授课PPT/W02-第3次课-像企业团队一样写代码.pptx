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W02 · 第3次课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像企业团队一样写代码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01361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013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P1.2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601" y="3931920"/>
            <a:ext cx="1716598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601" y="3931920"/>
            <a:ext cx="1716598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标准Python工程模板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团队多人协作在即：统一工程底座，后续7个工单全部在此模板上开发——模板即资产。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自包含工程应用课：C语言底子直接上工业项目（P1-P7任务链）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数据工程师 / 数据分析 / AI应用 / 采集技术员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Python开发 · 数据应用与服务（1+X）· AI应用实践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前置仅需C语言 → 本课8周 → 后：毕业设计/平台实习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C→Py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4516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4516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工程规范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9539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9539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W3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Pand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45621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45621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NumP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5847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5847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交互式仪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46073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6073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多线程采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9629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9629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数据库设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4652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652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Scik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连续剧情 · 你（小郑）的第3次出场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598485"/>
            <a:ext cx="4261104" cy="334098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25917"/>
            <a:ext cx="4206240" cy="328612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B2B28"/>
                </a:solidFill>
                <a:latin typeface="Microsoft YaHei"/>
                <a:ea typeface="Microsoft YaHei"/>
              </a:rPr>
              <a:t>团队多人协作在即：统一工程底座，后续7个工单全部在此模板上开发——模板即资产。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P1.2 · 标准Python工程模板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生成标准结构src/tests/config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conda环境+requirements+首次规范commit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E6A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71475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71475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方总监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326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326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吴工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312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312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04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掌握PEP 8规范要点；掌握conda环境与requirements.txt依赖管理；掌握Git基本工作流与项目结构规范。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能够搭建含src/tests/docs/config的标准工程模板；能够完成Git仓库初始化与规范提交；能够配置代码检查与自动格式化工具。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建立“代码是团队资产”的协作意识，养成规范化、可追溯的工程开发习惯。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500936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5009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1.生成标准结构src…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129385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129385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2.conda环境+requ…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19131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19131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3.dev分支创建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本章聚焦：工程规范——重点： · PEP 8核心条款；conda环境与依赖…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标准目录结构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("标准目录结构把'谁都能看懂'变成物理事实：src放代码、tes…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conda环境沙箱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('conda环境沙箱=项目级独立Python：每个项目一套…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Git五步工作流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("Git五步工作流=status→add→commit→push…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B01 标准目录结构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目录即车间布局：src生产区/tests质检区/config图纸/data原料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原理：标准目录结构把'谁都能看懂'变成物理事实：src放代码、tests放测试、data放数据、docs放文档——新成员clone即上手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工程模板骨架——新项目复制即用不重搭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怎么判断：团队协作的第一块基石：目录即分工——你改src、他改tests互不踩脚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src/cleaner.py + tests/test_cleaner.py 成对出现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逐行看：project/ ├src/ ├tests/ ├data/ ├docs/ └requirements.txt ——README三行说明每个目录放什么；import路径因src统一而不乱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误区：全堆一个根目录——reviewer看目录就懂分层，混放=不及格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进阶：进阶src布局(src/project_name/)防命名冲突；pyproject.toml现代打包配置替代setup.py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B02 conda环境沙箱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conda环境=每台机器各配工具箱：A要库1.0、B要2.0互不打架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原理：conda环境沙箱=项目级独立Python：每个项目一套依赖，A项目numpy 1.x、B项目2.x互不打架——不再污染全局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多人协作/多项目共存的版本冲突解法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怎么判断：任何项目开工第一件事建沙箱：conda create -n pp03 python=3.12；activate后再pip install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conda create -n pp03 &amp;&amp; conda activate pp03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逐行看：conda create -n pp03 python=3.12 建环境；conda activate pp03 进入；pip install -r requirements.txt 装依赖…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误区：不激活就pip install——装进base等于白装，命令行看前缀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进阶：conda list导出environment.yml可复现；pip freeze&gt;requirements.txt锁版本；退出deactivate——沙箱进出有门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B03 Git五步工作流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Git五步=写日记五连：clone取本子→add记→commit存→branch分册→merge合册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原理：Git五步工作流=status→add→commit→push→pull：本地暂存区是'草稿箱'，commit是'定稿'，push才上远端——三层保险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模板即资产：Git记录就是可追溯的开发档案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怎么判断：每天下班前必须push（本地盘坏了代码还在云端）；开工先pull同步他人进度防冲突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git add . &amp;&amp; git commit -m 'feat: 工程模板'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逐行看：git status 看改动；git add . 进草稿；git commit -m 'feat: P1.2完成' 定稿；git push 上云；git pull 同步——五步成肌肉记忆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误区：一周一commit大杂烩——小步提交才能回滚到任意中间态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进阶：git diff看具体改动再add；git log --oneline翻历史；冲突时&lt;&lt;&lt;标记三段取舍后重新add-commit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Git五步工作流：一张图看懂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383324"/>
            <a:ext cx="7278624" cy="37164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105f9cff06991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410756"/>
            <a:ext cx="7223760" cy="36615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外键 FK 把四张表串成一张网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1:N 关系：一台设备多个测点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追问：误区：一周一commit大杂烩——小步提交才能回滚到任意中间态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一句话：Git五步=写日记五连：clone取本子→add记→commit存→branch分册→me…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何时用：模板即资产：Git记录就是可追溯的开发档案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本章聚焦：工程规范——重点： · PEP 8核心条款；conda环境与依赖…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规范提交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git checkout -b dev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生成标准工程模板并推G…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生成标准工程模板并推Git——应用：见工单starter与教师参考…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dev分支开发与规范合并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dev分支开发与规范合并——应用：见工单starter与教师参考实现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配置检查工具与自动格式化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配置检查工具与自动格式化——应用：见工单starter与教师参考实现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编写第一个单元测试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编写第一个单元测试——应用：见工单starter与教师参考实现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11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规范提交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命令行操作 · 在终端执行（非Python）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命令行 · 终端执行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git checkout -b dev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git add src/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git commit -m "feat: 完成数据采集模块"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git checkout main &amp;&amp; git merge dev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在终端逐行执行；首次使用先看《课程软件与环境配置完全指南》对应章节。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12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环境目录被提交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.gitignore缺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加__pycache__/（conda环境在Anaconda目录）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全局py环境混乱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没激活conda环境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看终端前缀(环境名)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一次commit全部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无说明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小步提交带前缀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本章聚焦：工程规范——重点： · PEP 8核心条款；conda环境与依赖…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14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P1.2 · 标准Python工程模板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生成标准结构src/tests/config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conda环境+requirements+首次规范commit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dev分支创建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conda环境可用+仓库+结构完整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依赖可还原+dev分支规范合并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15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P1.2 工程模板生成完成态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402287"/>
            <a:ext cx="7918704" cy="326704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429719"/>
            <a:ext cx="7863840" cy="321217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industrial_project/ 十文件齐全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git五步命令逐条执行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pylint评分≥8.5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pytest测试通过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16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CI/pre-commit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382605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382605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达标：Actions绿钩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GitHub Actions配置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pre-commit钩子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pylint 9+截图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模板+工具链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666519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66651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达标：pylint≥8.5+pyte…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运行p12模板生成器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flake8+black配置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为题1写3断言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基础模板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589786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589786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达标：结构完整可运行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生成模板目录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git init+首次commit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跑通main.py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Git四关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576997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5769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达标：init到merge走通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闯关练习四关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每步截图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commit带说明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17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决策：检查工具选型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严格度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自动修复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pylint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flake8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black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requirements.txt的作用？conda环境为什么不必进.gitignore？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conda环境可用+仓库+结构完整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依赖可还原+dev分支规范合并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bbad10ca060b0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标准目录结构：目录即车间布局：src生产区/tests质检区…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conda环境沙箱：conda环境=每台机器各配工具箱：A要库1.0、B…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Git五步工作流：Git五步=写日记五连：clone取本子→ad…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①工单P1.2收尾跑绿并上传 ②错题本记1条 ③预习微课+导学单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完成工单P1.2《标准Python工程模板》：及格标准环境可用+仓库初始化+结构完整；优秀标准依赖可还原+CI配置+检查工具集成；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用模板重构P1.1练习代码并提交规范commit；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预习Pandas的Series与DataFrame概念。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学号_姓名_W02.py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交付你的第一个工程模板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一号厂区发来一个月的传感器原始数据，中台拒收：缺失、异常、格式混乱。吴工：'数据不干净，后面全是空中楼阁。'——工单P2.1：Pandas七步清洗管道，质量评分冲85+。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工单P1.2跑绿并上传学习平台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交付你的第一个工程模板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W02-03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像企业团队一样写代码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