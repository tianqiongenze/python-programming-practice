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W05 · 第9次课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产线驾驶舱：5个KPI一屏掌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P3.1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682539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682539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产线KPI实时仪表盘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交付两个数据产品：产线驾驶舱(5KPI+筛选)与每日四段式图文日报(HTML+PDF, &lt;2分钟)。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自包含工程应用课：C语言底子直接上工业项目（P1-P7任务链）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数据工程师 / 数据分析 / AI应用 / 采集技术员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Python开发 · 数据应用与服务（1+X）· AI应用实践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前置仅需C语言 → 本课8周 → 后：毕业设计/平台实习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C→Py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4516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4516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工程规范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9539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539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45621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45621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NumP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5847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847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交互式仪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46073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6073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多线程采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9629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9629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数据库设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652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652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Scik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连续剧情 · 你（小郑）的第9次出场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598485"/>
            <a:ext cx="4261104" cy="334098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25917"/>
            <a:ext cx="4206240" cy="328612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B2B28"/>
                </a:solidFill>
                <a:latin typeface="Microsoft YaHei"/>
                <a:ea typeface="Microsoft YaHei"/>
              </a:rPr>
              <a:t>交付两个数据产品：产线驾驶舱(5KPI+筛选)与每日四段式图文日报(HTML+PDF, &lt;2分钟)。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P3.1 · 产线KPI实时仪表盘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跑通starter最小仪表盘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5个KPI: 趋势/良率/状态灯/告警/对标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E6A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方总监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吴工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掌握Matplotlib/Plotly的常用图表绘制；理解Dash仪表盘组件结构；掌握Jinja2模板与PDF报表生成流程。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能够搭建含5个KPI的交互式仪表盘；能够自动生成图文并茂的HTML+PDF日报；报告生成&lt;2分钟（优秀&lt;1分钟）。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建立“数据产品”意识——可视化是给决策者用的产品，培养用户视角与美学素养。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156309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156309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1.跑通starter…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325930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32593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2.5个KPI: 趋势…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562862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562862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3.侧栏筛选(日期+设…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本章聚焦：可视化与报表——重点： · Plotly/Dash组件与回调机…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Streamlit脚本式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('Streamlit脚本式交互：从上到下执行一遍=渲染一次，控件…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cache缓存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('@st.cache_data把函数结果缓存：同参数再调用直接取…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st.metric指标卡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('st.metric指标卡=数字+涨跌箭头：大字号当前值、小三角…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B01 Streamlit脚本式交互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Streamlit=整页重放的幻灯片：每次点交互从头跑一遍脚本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原理：Streamlit脚本式交互：从上到下执行一遍=渲染一次，控件改值→整脚本重跑——没有回调没有路由，写脚本即写应用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零前端基础出交互页面——数据分析师的浏览器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怎么判断：数据科学 demo/内部仪表盘从想法到上线一小时——不用学前端框架（React/Vue）的捷径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st.title('产线KPI'); st.sidebar.selectbox('设备', devs)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逐行看：st.title('产线驾驶舱') 标题；st.slider('阈值',0,100,80) 滑块；st.line_chart(df) 图——纯Python顺序写，保存即热更新浏览器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误区：用Web框架思维写全局状态——重跑虽笨但可预测，cache治重算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进阶：st.session_state跨重跑存状态；st.cache_data缓存下一节；fragment局部刷新（进阶性能优化）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Streamlit脚本式交互：一张图看懂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a7ad227cba8af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追问：误区：用Web框架思维写全局状态——重跑虽笨但可预测，cache治重算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一句话：Streamlit=整页重放的幻灯片：每次点交互从头跑一遍脚本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何时用：零前端基础出交互页面——数据分析师的浏览器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B02 cache缓存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@st.cache_data=给函数盖'已算'章：参数不变直接取上次结果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原理：@st.cache_data把函数结果缓存：同参数再调用直接取缓存跳过计算——10秒的查询第二次秒开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读库/重计算函数加缓存——交互秒开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怎么判断：读CSV/算KPI这类'输入不变结果不变'的函数统统加缓存——仪表盘流畅的秘密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@st.cache_data def load(): return pd.read_sql(…)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逐行看：@st.cache_data def load(): return pd.read_csv('big.csv') 首跑算10s；改滑块触发重跑时load()直接命中缓存——重渲染不重算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误区：数据更新了还拿旧缓存——记得clear或设TTL过期时间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进阶：ttl=300五分钟过期保数据新鲜；clear()手动失效；cache_resource缓存模型对象（不序列化的大件）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cache缓存：一张图看懂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a657cb099891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追问：误区：数据更新了还拿旧缓存——记得clear或设TTL过期时间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一句话：@st.cache_data=给函数盖'已算'章：参数不变直接取上次结果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何时用：读库/重计算函数加缓存——交互秒开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B03 st.metric指标卡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st.metric=大字报KPI卡：数字+涨跌箭头一眼看板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原理：st.metric指标卡=数字+涨跌箭头：大字号当前值、小三角环比变化——管理层一眼读数的原子组件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KPI仪表盘的第一视觉元素——OEE/停机/产量三卡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怎么判断：驾驶舱五个KPI（OEE/合格率/停机/能耗/报警）横排metric——比表格直观一个量级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c1.metric('OEE','87%',delta='+2%')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逐行看：st.metric('合格率','98.2%','+0.4%') 值+delta；delta_color='inverse'跌为绿（报警类指标反向）；columns(5)五卡横排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误区：delta正负好坏想当然——停机数上升是坏事，delta_color要对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进阶：metric动态取数（df实时算）；st.column_config.ProgressColumn表格内进度条——进阶组件库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11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st.metric指标卡：一张图看懂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44375" y="1362456"/>
            <a:ext cx="6085985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40180267ed10d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07" y="1389888"/>
            <a:ext cx="6031121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绿区 ≥85% 达标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仪表盘=把表跑成图给管理层看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追问：误区：delta正负好坏想当然——停机数上升是坏事，delta_color要对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一句话：st.metric=大字报KPI卡：数字+涨跌箭头一眼看板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何时用：KPI仪表盘的第一视觉元素——OEE/停机/产量三卡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本章聚焦：可视化与报表——重点： · Plotly/Dash组件与回调机…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KPI指标卡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c1, c2, c3, c4 = st.columns(4)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模板渲染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from jinja2 import Template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搭建5+KPI仪表盘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搭建5+KPI仪表盘——应用：见工单starter与教师参考实现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时间/设备联动筛选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时间/设备联动筛选——应用：见工单starter与教师参考实现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HTML+PDF双格式…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HTML+PDF双格式日报——应用：见工单starter与教师参考…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KPI指标卡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c1, c2, c3, c4 = st.columns(4)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c1.metric("总产量", f"{int(df.output.sum()):,}")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c2.metric("平均良率", f"{df['yield'].mean():.1%}")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c3.metric("设备在线", f"{df.device_id.nunique()}/4")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模板渲染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from jinja2 import Template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html = Template(open("report.tpl").read()).render(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total=total, yield_=y, anomalies=alerts)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交互后变慢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没缓存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@st.cache_data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Jinja2空白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变量名不匹配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对照模板逐个核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f-string遇yield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保留字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df['yield']取列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本章聚焦：可视化与报表——重点： · Plotly/Dash组件与回调机…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P3.1 · 产线KPI实时仪表盘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跑通starter最小仪表盘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5个KPI: 趋势/良率/状态灯/告警/对标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侧栏筛选(日期+设备)+cache_data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5KPI可用+时间筛选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联动流畅+Plotly交互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P3 仪表盘运行态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22136"/>
            <a:ext cx="7918704" cy="242734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49568"/>
            <a:ext cx="7863840" cy="2372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streamlit本地启动无报错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5个KPI卡显示数字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图表可交互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浏览器8500端口可访问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钻取+定时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571881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57188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达标：7指标+加载&lt;2s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点击钻取明细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schedule定时生成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移动端适配检查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仪表盘+日报双交付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57443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57443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达标：5KPI+四段PDF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Streamlit五KPI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筛选联动+缓存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Jinja2+PDF日报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二选一交付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845564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845564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达标：仪表盘或日报达基线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跑通starter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完成5KPI版仪表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或HTML日报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starter跑通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20611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2061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达标：页面能开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streamlit run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改一个KPI数值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截图到工单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决策：可视化框架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框架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539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上手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557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交互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575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部署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Streamlit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368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386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04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Dash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368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386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04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纯HTML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368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386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404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Streamlit每次交互后脚本如何重跑？缓存用哪个装饰器？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5KPI可用+时间筛选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联动流畅+Plotly交互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22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b8cfad69ae1e3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Streamlit脚本式交互：Streamlit=整页重放的幻灯片：每次点交…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cache缓存：@st.cache_data=给函数盖'已算'…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st.metric指标卡：st.metric=大字报KPI卡：数字+涨跌…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①工单P3.1收尾跑绿并上传 ②错题本记1条 ③预习微课+导学单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完成工单P3.1《产线KPI实时仪表盘》：及格标准5个KPI+时间筛选可用；优秀标准≥7指标+钻取交互+加载&lt;2秒；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完成工单P3.2《每日生产分析报告系统》：及格标准四部分完整+PDF正确；优秀标准异常自动识别+&lt;1分钟+美观度≥4/5；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预习TCP/IP与MQTT协议基础。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学号_姓名_W05.py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每天早上8点的生产日报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中台试运行暴露瓶颈：三个厂区数据源并发接入互相踩踏，还常有连接闪断。吴工画出三线程架构图：'骨架给你，可靠性你来。'——工单P4.1：多源采集系统（2号PLC会随机掉线，正好实测）。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工单P3.1跑绿并上传学习平台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每天早上8点的生产日报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产线驾驶舱：5个KPI一屏掌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