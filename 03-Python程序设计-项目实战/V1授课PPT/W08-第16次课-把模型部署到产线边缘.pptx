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4469"/>
            <a:ext cx="5029200" cy="392906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480389" cy="289559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480389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Python程序设计（项目实战） · 8周·32课时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9A227"/>
                </a:solidFill>
                <a:latin typeface="Microsoft YaHei"/>
                <a:ea typeface="Microsoft YaHei"/>
              </a:rPr>
              <a:t>W08 · 第16次课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把模型部署到产线边缘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001361" cy="27749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01361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P6.2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78601" y="3931920"/>
            <a:ext cx="1549400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78601" y="3931920"/>
            <a:ext cx="1549400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缺陷检测模型部署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318845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318845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本节（下）：优化与评价 · 复盘冲刺 + 三层质检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课程收官：P2.2特征→诊断模型(F1≥0.80)接入P5库；预训练缺陷模型本地推理服务化。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课前回顾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02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61697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61697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RECAP · 课前五分钟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上次课你带走了什么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先测后讲：两道口头快答，答不上就翻回上节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4475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656" y="157276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57276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186537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http.server单线程阻塞——教学够用吗？生产换什么？(决策追责点)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41401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39128" y="1444752"/>
            <a:ext cx="4977079" cy="141732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58584" y="155448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5E54"/>
                </a:solidFill>
                <a:latin typeface="Microsoft YaHei"/>
                <a:ea typeface="Microsoft YaHei"/>
              </a:rPr>
              <a:t>本周重点回顾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8584" y="1920240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· 机器学习应用——重点：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2359152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· 分类建模五步流程；交叉验证与F1评估；模型保存与推理接口封…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39128" y="2999232"/>
            <a:ext cx="4977079" cy="1207008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8584" y="310896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A6D1D"/>
                </a:solidFill>
                <a:latin typeface="Microsoft YaHei"/>
                <a:ea typeface="Microsoft YaHei"/>
              </a:rPr>
              <a:t>上节最容易踩的坑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8584" y="3456432"/>
            <a:ext cx="4538167" cy="6766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8A6D1D"/>
                </a:solidFill>
                <a:latin typeface="Microsoft YaHei"/>
                <a:ea typeface="Microsoft YaHei"/>
              </a:rPr>
              <a:t>N+1慢：循环逐查关联
</a:t>
            </a:r>
            <a:r>
              <a:rPr sz="1100" b="0">
                <a:solidFill>
                  <a:srgbClr val="17855A"/>
                </a:solidFill>
                <a:latin typeface="Microsoft YaHei"/>
                <a:ea typeface="Microsoft YaHei"/>
              </a:rPr>
              <a:t>修法：joinedload一次带出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443984"/>
            <a:ext cx="11240719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562856"/>
            <a:ext cx="108813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本节（下）：优化与评价——错误复盘 + B/A层冲刺 + 三层质检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983480"/>
            <a:ext cx="1088136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C6E6A"/>
                </a:solidFill>
                <a:latin typeface="Microsoft YaHei"/>
                <a:ea typeface="Microsoft YaHei"/>
              </a:rPr>
              <a:t>本节主线：五步流：划分/训练/CV/调参/保存——应用：见工单sta… / 混淆矩阵对角=对；业务代价看漏检——应用：见工单start… / F1宏平均；交叉验证防偶然——应用：见工单starter与…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掌握Scikit-learn分类建模全流程；理解交叉验证与混淆矩阵的评估方法；了解迁移学习与ONNX部署的基本概念。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能够用P2.2特征训练故障诊断模型（F1≥0.80）；能够将模型封装为推理服务并测试性能；完成前后项目的系统集成。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建立“数据→特征→模型→服务”的端到端工程视野，培养模型版本管理与可复现的工程规范意识。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5E54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719021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719021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1.预训练模型包本地推…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140155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140155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2.POST /pre…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657096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6570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3.延迟测试+版本命名…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本章聚焦：机器学习应用——重点： · 分类建模五步流程；交叉验证与F1评…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推理服务化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('推理服务化=模型包成HTTP接口：POST特征JSON→响应预…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warmup与p95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('warmup冷启动预热+p95延迟：首次推理要加载模型（秒级慢…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服务健康自检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('服务健康自检=/healthz端点：进程活着(code 200…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W08-16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05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B04 推理服务化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服务化=模型坐上窗口：POST JSON特征进→predict→JSON结论出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原理：推理服务化=模型包成HTTP接口：POST特征JSON→响应预测结果——模型从notebook变量变成生产线上的服务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模型从notebook走向服务——部署第一步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怎么判断：边缘网关/中台调用模型的统一形态：granian/asgi起服务，input schema校验——模型即API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http.server处理POST /predict，标准库即可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逐行看：@app.post('/predict') async def predict(x:Input): return {'cls':int(clf.predict(x.vec)[0])} —— 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误区：接口没schema约定——请求字段错一个静默出错结论，契约先行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进阶：模型版本化（v1/v2路由共存灰度）；A/B分流对比线上效果——服务化的进阶形态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推理服务化：一张图看懂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85348e44cbf818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追问：误区：接口没schema约定——请求字段错一个静默出错结论，契约先行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一句话：服务化=模型坐上窗口：POST JSON特征进→predict→JSON结论出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何时用：模型从notebook走向服务——部署第一步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B05 warmup与p95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warmup=发动机热车：首次调用加载模型慢，预热后再测；p95=95%请求的耗时线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原理：warmup冷启动预热+p95延迟：首次推理要加载模型（秒级慢），先空跑几发预热；p95=95%请求都快于此值（长尾才是体验）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延迟验收口径：p95不是平均值——体感由慢请求决定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怎么判断：服务上线验收看p95不看均值——均值被快请求拉低，用户疼的是那最慢的5%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先curl一次预热，再压100次取95分位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逐行看：启动时for _ in range(5): predict(dummy) 预热填缓存；p95=np.percentile(lats,95) 从延迟分布取——压测报告两件套：warmup耗时+…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误区：只报平均延迟——1次10秒卡住用户体感，均值全被掩盖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进阶：p99更严苛（金融级）；延迟直方图定位长尾来源（GC/磁盘/队列）；超时熔断防雪崩——SRE三件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warmup与p95：一张图看懂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9314" y="1362456"/>
            <a:ext cx="6676108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216e992c089630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746" y="1389888"/>
            <a:ext cx="6621244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两条线张口越大越危险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early stopping 在拐点收手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追问：误区：只报平均延迟——1次10秒卡住用户体感，均值全被掩盖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一句话：warmup=发动机热车：首次调用加载模型慢，预热后再测；p95=95%请求的耗时线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何时用：延迟验收口径：p95不是平均值——体感由慢请求决定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B06 服务健康自检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/health=服务的心电监护：GET返回模型版本与状态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原理：服务健康自检=/healthz端点：进程活着(code 200)≠模型可用——自检要真推理一发验证依赖全通（模型文件/内存/下游）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部署后'活着吗'的标准问法——运维可见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怎么判断：K8s/守护进程靠健康检查决定重启——假活（进程在模型坏）最坑，自检必须测到'真推理'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{'status':'ok','model':'v20260926'}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逐行看：@app.get('/healthz'): try: predict(sample); return {'ok':True} except: raise 503 —— 真推理一发，模型/依赖…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误区：health与metrics混一谈——health管活没活，metrics管好不好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进阶：就绪/存活双探针（readiness+liveness分开语义）；自检也打心跳日志——故障时间线可回溯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10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服务健康自检：一张图看懂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9314" y="1362456"/>
            <a:ext cx="6676108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77f3f8388c237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746" y="1389888"/>
            <a:ext cx="6621244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两条线张口越大越危险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early stopping 在拐点收手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追问：误区：health与metrics混一谈——health管活没活，metrics管…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一句话：/health=服务的心电监护：GET返回模型版本与状态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何时用：部署后'活着吗'的标准问法——运维可见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本章聚焦：机器学习应用——重点： · 分类建模五步流程；交叉验证与F1评…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推理服务核心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def do_POST(self):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诊断模型训练与F1达标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诊断模型训练与F1达标——应用：见工单starter与教师参考实现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模型接入P5库联动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模型接入P5库联动——应用：见工单starter与教师参考实现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推理服务封装与压测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推理服务封装与压测——应用：见工单starter与教师参考实现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特征顺序对齐校验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特征顺序对齐校验——应用：见工单starter与教师参考实现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W08-16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12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推理服务核心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已实跑验证 · 退出码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171907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示例 · 可跟打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5879299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def do_POST(self):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body = json.loads(self.rfile.read(int(self.headers["Content-Length"])))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feats = body["features"]; assert len(feats) == 30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pred = int(model.predict([feats])[0])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self._send(200, {"prediction": pred,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                 "label": "磨损" if pred else "正常"})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66851" y="1371600"/>
            <a:ext cx="4849355" cy="4754880"/>
          </a:xfrm>
          <a:prstGeom prst="roundRect">
            <a:avLst>
              <a:gd name="adj" fmla="val 4500"/>
            </a:avLst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94867" y="1463040"/>
            <a:ext cx="82296" cy="82296"/>
          </a:xfrm>
          <a:prstGeom prst="ellipse">
            <a:avLst/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22883" y="1463040"/>
            <a:ext cx="82296" cy="82296"/>
          </a:xfrm>
          <a:prstGeom prst="ellipse">
            <a:avLst/>
          </a:prstGeom>
          <a:solidFill>
            <a:srgbClr val="E5C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50899" y="1463040"/>
            <a:ext cx="82296" cy="82296"/>
          </a:xfrm>
          <a:prstGeom prst="ellipse">
            <a:avLst/>
          </a:prstGeom>
          <a:solidFill>
            <a:srgbClr val="98C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33779" y="1426464"/>
            <a:ext cx="3386315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98C379"/>
                </a:solidFill>
                <a:latin typeface="Consolas"/>
                <a:ea typeface="Microsoft YaHei"/>
              </a:rPr>
              <a:t>terminal — 真实运行输出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155" y="1755648"/>
            <a:ext cx="4556747" cy="43708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8D4B7"/>
                </a:solidFill>
                <a:latin typeface="Consolas"/>
                <a:ea typeface="Microsoft YaHei"/>
              </a:rPr>
              <a:t>（无输出）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预测恒同一类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特征顺序错位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feature_names.json对齐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模型加载失败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版本不匹配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记录sklearn版本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服务卡死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单线程长阻塞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教学够用/生产Litestar+Granian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本章聚焦：机器学习应用——重点： · 分类建模五步流程；交叉验证与F1评…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W08-16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15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工单 P6.2 · 缺陷检测模型部署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预训练模型包本地推理(≥10样本)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POST /predict服务封装(JSON入出)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延迟测试+版本命名(model_v1)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推理服务可调通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9A227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异常处理(404/参数错)+延迟记录+P7立项(超优)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 · 完成效果图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84596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84596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TARGET · 完成后长这样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P6.2 推理服务压测完成态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工单交付的'标准照'——做到与图中一致即达标（数字可因随机种子略有差异）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2241985"/>
            <a:ext cx="7918704" cy="158764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ot_w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269417"/>
            <a:ext cx="7863840" cy="153278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67928" y="1463040"/>
            <a:ext cx="314827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四个自检点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67928" y="192024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14232" y="201168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201168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00253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服务真实起服8899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67928" y="262890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14232" y="27203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7203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71119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60次压测全部成功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67928" y="333756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14232" y="342900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4232" y="342900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41985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p95延迟实测数字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67928" y="404622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14232" y="413766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413766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412851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healthz真推理自检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230368"/>
            <a:ext cx="786384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5330952"/>
            <a:ext cx="749807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怎么看：终端退出码0+关键数字在及格线以上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截图提交：运行窗口含文件名与输出，截全屏交工单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ONNX对比+P7立项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461897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46189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达标：延迟量化对比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导出ONNX测延迟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三模型对比报告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P7综合项目立项书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训练+服务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651172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651172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达标：F1≥0.80+可调用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五步流训练保存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接入数据库联动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curl测试/predict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9A227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基线模型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492590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492590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达标：F1达标能保存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RF训练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混淆矩阵输出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joblib保存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B5E54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调用体验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206119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20611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达标：能发请求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加载预训练模型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发一次预测请求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看返回JSON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决策：部署形态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形态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延迟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9028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并发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脚本批处理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0410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HTTP服务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0410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边缘定时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0410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7316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0B5E54"/>
                </a:solidFill>
                <a:latin typeface="Microsoft YaHei"/>
                <a:ea typeface="Microsoft YaHei"/>
              </a:rPr>
              <a:t>决策纪律：决策结论写入工单，答辩必答；实施失误回溯决策复盘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B2B28"/>
                </a:solidFill>
                <a:latin typeface="Microsoft YaHei"/>
                <a:ea typeface="Microsoft YaHei"/>
              </a:rPr>
              <a:t>http.server单线程阻塞——教学够用吗？生产换什么？(决策追责点)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E54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推理服务可调通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异常处理(404/参数错)+延迟记录+P7立项(超优)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20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73b350c4cac8f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推理服务化：服务化=模型坐上窗口：POST JSON特征进…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warmup与p95：warmup=发动机热车：首次调用加载模型慢，…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服务健康自检：/health=服务的心电监护：GET返回模型…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①工单P6.2收尾跑绿并上传 ②错题本记1条 ③预习微课+导学单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21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1. 完成工单P6.1《设备故障诊断模型》：及格标准F1≥0.80+接入数据库；优秀标准模型对比+调参优化+诊断报告；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2. 完成工单P6.2《缺陷检测模型部署》：及格标准推理服务可用；优秀标准延迟达标+版本管理规范；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3. （选做）规划P7综合项目方案：智能产线监控/故障预测/供应链追溯/数据中台四选一。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学号_姓名_W08.py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综合项目答辩 · 把12周装进一个故事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方总监带着集团三年计划来验收P6：'模型不错，但数据还躺在十二个文件夹里。'他把服务器钥匙拍在桌上——工单P7：把台账、时序、拓扑、案例、模型串成一个'不睡觉的运维平台'，五库各司其职、缓存…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B5E54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工单P6.2跑绿并上传学习平台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下次课 → 综合项目答辩 · 把12周装进一个故事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W08-16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把模型部署到产线边缘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