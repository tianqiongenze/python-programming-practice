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9" r:id="rId3"/>
    <p:sldId id="372" r:id="rId5"/>
    <p:sldId id="367" r:id="rId6"/>
    <p:sldId id="290" r:id="rId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702030404030204" charset="0"/>
        <a:ea typeface="微软雅黑" panose="020B0502040204020203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702030404030204" charset="0"/>
        <a:ea typeface="微软雅黑" panose="020B0502040204020203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702030404030204" charset="0"/>
        <a:ea typeface="微软雅黑" panose="020B0502040204020203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702030404030204" charset="0"/>
        <a:ea typeface="微软雅黑" panose="020B0502040204020203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702030404030204" charset="0"/>
        <a:ea typeface="微软雅黑" panose="020B0502040204020203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702030404030204" charset="0"/>
        <a:ea typeface="微软雅黑" panose="020B0502040204020203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702030404030204" charset="0"/>
        <a:ea typeface="微软雅黑" panose="020B0502040204020203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702030404030204" charset="0"/>
        <a:ea typeface="微软雅黑" panose="020B0502040204020203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702030404030204" charset="0"/>
        <a:ea typeface="微软雅黑" panose="020B0502040204020203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4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ye" initials="p" lastIdx="8" clrIdx="0"/>
  <p:cmAuthor id="2" name="林桦桦" initials="林" lastIdx="18242" clrIdx="0"/>
  <p:cmAuthor id="3" name="Microsoft Office User" initials="M" lastIdx="2" clrIdx="0"/>
  <p:cmAuthor id="4" name="作者" initials="作" lastIdx="0" clrIdx="1"/>
  <p:cmAuthor id="5" name="张义" initials="张" lastIdx="1" clrIdx="2"/>
  <p:cmAuthor id="6" name="shuxin li" initials="s" lastIdx="1" clrIdx="0"/>
  <p:cmAuthor id="7" name="zhuy" initials="z" lastIdx="1" clrIdx="1"/>
  <p:cmAuthor id="8" name="Chris Kou" initials="C" lastIdx="1" clrIdx="0"/>
  <p:cmAuthor id="9" name="未恒" initials="未" lastIdx="1" clrIdx="0"/>
  <p:cmAuthor id="10" name="Windows 用户" initials="W" lastIdx="1" clrIdx="0"/>
  <p:cmAuthor id="11" name="玉龙 孙" initials="玉" lastIdx="1" clrIdx="1"/>
  <p:cmAuthor id="12" name="樊佳佳" initials="樊" lastIdx="59" clrIdx="5"/>
  <p:cmAuthor id="13" name="GaryW" initials="G" lastIdx="2" clrIdx="0"/>
  <p:cmAuthor id="14" name="e-works" initials="e" lastIdx="2" clrIdx="2"/>
  <p:cmAuthor id="15" name="云峰 贾" initials="云" lastIdx="2" clrIdx="0"/>
  <p:cmAuthor id="16" name="未知用户3" initials="未" lastIdx="1" clrIdx="0"/>
  <p:cmAuthor id="17" name="未知用户2" initials="未" lastIdx="1" clrIdx="0"/>
  <p:cmAuthor id="18" name="未知用户4" initials="未" lastIdx="1" clrIdx="0"/>
  <p:cmAuthor id="19" name="杨彦伟" initials="杨" lastIdx="3" clrIdx="0"/>
  <p:cmAuthor id="20" name="未知用户5" initials="未" lastIdx="1" clrIdx="1"/>
  <p:cmAuthor id="21" name="Azfar Mir" initials="A" lastIdx="130" clrIdx="0"/>
  <p:cmAuthor id="22" name="Administrator" initials="A" lastIdx="2" clrIdx="7"/>
  <p:cmAuthor id="23" name="张金玉" initials="张" lastIdx="1" clrIdx="0"/>
  <p:cmAuthor id="24" name="微软用户" initials="微" lastIdx="1" clrIdx="0"/>
  <p:cmAuthor id="25" name="周平" initials="周" lastIdx="0" clrIdx="0"/>
  <p:cmAuthor id="26" name="24483" initials="2" lastIdx="2" clrIdx="17"/>
  <p:cmAuthor id="27" name="董 人美" initials="董" lastIdx="4" clrIdx="108"/>
  <p:cmAuthor id="28" name="刘思蜀" initials="刘" lastIdx="1" clrIdx="0"/>
  <p:cmAuthor id="29" name="启忠 周" initials="启" lastIdx="1" clrIdx="222"/>
  <p:cmAuthor id="30" name="A5882" initials="A" lastIdx="1" clrIdx="0"/>
  <p:cmAuthor id="31" name="Sharon.lin" initials="S" lastIdx="2" clrIdx="17"/>
  <p:cmAuthor id="32" name=" " initials=" " lastIdx="1" clrIdx="3"/>
  <p:cmAuthor id="33" name="未知用户7" initials="未" lastIdx="1" clrIdx="0"/>
  <p:cmAuthor id="34" name="威 徐" initials="威" lastIdx="13" clrIdx="9"/>
  <p:cmAuthor id="35" name="Hewlett-Packard Company" initials="H" lastIdx="1" clrIdx="0"/>
  <p:cmAuthor id="36" name="20070062" initials="2" lastIdx="1" clrIdx="25"/>
  <p:cmAuthor id="37" name="肖华 施" initials="肖" lastIdx="2" clrIdx="8"/>
  <p:cmAuthor id="38" name="刘虎" initials="刘" lastIdx="1" clrIdx="0"/>
  <p:cmAuthor id="39" name="20040304" initials="2" lastIdx="1" clrIdx="28"/>
  <p:cmAuthor id="40" name="22031266" initials="2" lastIdx="1" clrIdx="19"/>
  <p:cmAuthor id="41" name="未知用户11" initials="未" lastIdx="1" clrIdx="0"/>
  <p:cmAuthor id="42" name="未知用户12" initials="未" lastIdx="1" clrIdx="0"/>
  <p:cmAuthor id="43" name="未知用户13" initials="未" lastIdx="7" clrIdx="0"/>
  <p:cmAuthor id="44" name="luyanqi8822@163.com" initials="l" lastIdx="2" clrIdx="9"/>
  <p:cmAuthor id="45" name="20070067" initials="2" lastIdx="1" clrIdx="0"/>
  <p:cmAuthor id="46" name="刘传坤" initials="刘" lastIdx="14" clrIdx="0"/>
  <p:cmAuthor id="47" name="薛 爱东" initials="薛" lastIdx="1" clrIdx="3"/>
  <p:cmAuthor id="48" name="Yuan Yuan" initials="Y" lastIdx="1" clrIdx="0"/>
  <p:cmAuthor id="49" name="范作霖" initials="范" lastIdx="1" clrIdx="22"/>
  <p:cmAuthor id="50" name="张立鑫" initials="张" lastIdx="1" clrIdx="23"/>
  <p:cmAuthor id="51" name="吴铭锐" initials="吴" lastIdx="2" clrIdx="0"/>
  <p:cmAuthor id="52" name="未知用户77" initials="未" lastIdx="1" clrIdx="0"/>
  <p:cmAuthor id="53" name="YuQing" initials="Y" lastIdx="9" clrIdx="0"/>
  <p:cmAuthor id="54" name="Youwen Sun" initials="Y" lastIdx="3" clrIdx="1"/>
  <p:cmAuthor id="55" name="番茄花园" initials="番" lastIdx="1" clrIdx="0"/>
  <p:cmAuthor id="56" name="evil" initials="e" lastIdx="0" clrIdx="0"/>
  <p:cmAuthor id="57" name="未知" initials="未" lastIdx="1" clrIdx="0"/>
  <p:cmAuthor id="58" name="周满红" initials="周" lastIdx="24" clrIdx="0"/>
  <p:cmAuthor id="59" name="未知用户8" initials="未" lastIdx="2" clrIdx="4"/>
  <p:cmAuthor id="60" name="未知用户20" initials="未" lastIdx="1" clrIdx="0"/>
  <p:cmAuthor id="61" name="未知用户19" initials="未" lastIdx="1" clrIdx="0"/>
  <p:cmAuthor id="62" name="未知用户21" initials="未" lastIdx="1" clrIdx="0"/>
  <p:cmAuthor id="63" name="未知用户14" initials="未" lastIdx="1" clrIdx="0"/>
  <p:cmAuthor id="64" name="未知用户15" initials="未" lastIdx="1" clrIdx="0"/>
  <p:cmAuthor id="65" name="未知用户16" initials="未" lastIdx="4" clrIdx="0"/>
  <p:cmAuthor id="66" name="郝崇" initials="郝" lastIdx="4" clrIdx="1"/>
  <p:cmAuthor id="67" name="吴杰" initials="吴" lastIdx="1" clrIdx="0"/>
  <p:cmAuthor id="68" name="刘丽仙" initials="刘" lastIdx="4" clrIdx="33"/>
  <p:cmAuthor id="69" name="陶川" initials="陶" lastIdx="1" clrIdx="0"/>
  <p:cmAuthor id="70" name="未知用户44" initials="未" lastIdx="1" clrIdx="0"/>
  <p:cmAuthor id="71" name="andres.x.gomez" initials="a" lastIdx="4" clrIdx="0"/>
  <p:cmAuthor id="72" name="user" initials="u" lastIdx="502" clrIdx="0"/>
  <p:cmAuthor id="73" name="未知用户45" initials="未" lastIdx="1" clrIdx="0"/>
  <p:cmAuthor id="74" name="贾清山" initials="贾" lastIdx="1" clrIdx="0"/>
  <p:cmAuthor id="75" name="丁芙蓉" initials="丁" lastIdx="4" clrIdx="1"/>
  <p:cmAuthor id="76" name="gtmc" initials="g" lastIdx="0" clrIdx="0"/>
  <p:cmAuthor id="77" name="chunsong_hu" initials="c" lastIdx="0" clrIdx="0"/>
  <p:cmAuthor id="78" name="未知用户23" initials="未" lastIdx="1" clrIdx="1"/>
  <p:cmAuthor id="79" name="未知用户24" initials="未" lastIdx="1" clrIdx="0"/>
  <p:cmAuthor id="80" name="未知用户25" initials="未" lastIdx="1" clrIdx="0"/>
  <p:cmAuthor id="81" name="未知用户26" initials="未" lastIdx="1" clrIdx="0"/>
  <p:cmAuthor id="82" name="未知用户27" initials="未" lastIdx="1" clrIdx="0"/>
  <p:cmAuthor id="83" name="未知用户28" initials="未" lastIdx="1" clrIdx="0"/>
  <p:cmAuthor id="84" name="未知用户29" initials="未" lastIdx="1" clrIdx="0"/>
  <p:cmAuthor id="85" name="未知用户30" initials="未" lastIdx="4" clrIdx="0"/>
  <p:cmAuthor id="86" name="yangkun" initials="y" lastIdx="0" clrIdx="0"/>
  <p:cmAuthor id="87" name="Lenovo User" initials="L" lastIdx="1" clrIdx="0"/>
  <p:cmAuthor id="88" name="hys2" initials="h" lastIdx="1" clrIdx="0"/>
  <p:cmAuthor id="89" name="朱绍春" initials="朱" lastIdx="13" clrIdx="0"/>
  <p:cmAuthor id="90" name="邹洋" initials="邹" lastIdx="2" clrIdx="0"/>
  <p:cmAuthor id="91" name="孟祥超" initials="孟" lastIdx="2" clrIdx="1"/>
  <p:cmAuthor id="92" name="贡鑫" initials="贡" lastIdx="2" clrIdx="0"/>
  <p:cmAuthor id="93" name="administrator1" initials="a" lastIdx="16" clrIdx="2"/>
  <p:cmAuthor id="94" name="杜雪梅" initials="杜" lastIdx="1" clrIdx="0"/>
  <p:cmAuthor id="95" name="仝德志" initials="仝" lastIdx="1" clrIdx="0"/>
  <p:cmAuthor id="96" name="马静" initials="马" lastIdx="0" clrIdx="0"/>
  <p:cmAuthor id="97" name="Qingyunli" initials="Q" lastIdx="24" clrIdx="0"/>
  <p:cmAuthor id="98" name="dell" initials="d" lastIdx="1" clrIdx="4"/>
  <p:cmAuthor id="99" name="叶得会" initials="叶" lastIdx="8" clrIdx="0"/>
  <p:cmAuthor id="100" name="未知用户17" initials="未" lastIdx="1" clrIdx="1"/>
  <p:cmAuthor id="101" name="未知用户18" initials="未" lastIdx="1" clrIdx="0"/>
  <p:cmAuthor id="102" name="liying" initials="l" lastIdx="11" clrIdx="0"/>
  <p:cmAuthor id="103" name="马海燕" initials="马" lastIdx="1" clrIdx="18"/>
  <p:cmAuthor id="104" name="张钦" initials="张" lastIdx="4" clrIdx="4"/>
  <p:cmAuthor id="105" name="桓蕾" initials="桓" lastIdx="1" clrIdx="101"/>
  <p:cmAuthor id="106" name="lenovo" initials="l" lastIdx="2" clrIdx="45"/>
  <p:cmAuthor id="107" name="鲍华明" initials="鲍" lastIdx="1" clrIdx="0"/>
  <p:cmAuthor id="108" name="刘广艳" initials="刘" lastIdx="10" clrIdx="1"/>
  <p:cmAuthor id="109" name="邹积逊" initials="邹" lastIdx="1" clrIdx="0"/>
  <p:cmAuthor id="110" name="yangyanxia" initials="y" lastIdx="1" clrIdx="0"/>
  <p:cmAuthor id="111" name="刘春辉" initials="刘" lastIdx="4" clrIdx="28"/>
  <p:cmAuthor id="112" name="赵兰玉" initials="赵" lastIdx="1" clrIdx="0"/>
  <p:cmAuthor id="113" name="杜娇龙" initials="杜" lastIdx="2" clrIdx="1"/>
  <p:cmAuthor id="114" name="libin1204@163.com" initials="l" lastIdx="1" clrIdx="102"/>
  <p:cmAuthor id="115" name="未知用户67" initials="未" lastIdx="1" clrIdx="0"/>
  <p:cmAuthor id="116" name="未知用户73" initials="未" lastIdx="4" clrIdx="0"/>
  <p:cmAuthor id="117" name="魏永生" initials="魏" lastIdx="4" clrIdx="17"/>
  <p:cmAuthor id="118" name="未知用户69" initials="未" lastIdx="9" clrIdx="0"/>
  <p:cmAuthor id="119" name="未知用户70" initials="未" lastIdx="3" clrIdx="6"/>
  <p:cmAuthor id="120" name="许弘扬" initials="许" lastIdx="1" clrIdx="0"/>
  <p:cmAuthor id="121" name="新萝卜家园" initials="新" lastIdx="0" clrIdx="0"/>
  <p:cmAuthor id="122" name="未知用户71" initials="未" lastIdx="1" clrIdx="11"/>
  <p:cmAuthor id="123" name="未知用户80" initials="未" lastIdx="4" clrIdx="1"/>
  <p:cmAuthor id="124" name="未知用户81" initials="未" lastIdx="1" clrIdx="0"/>
  <p:cmAuthor id="125" name="未知用户82" initials="未" lastIdx="1" clrIdx="1"/>
  <p:cmAuthor id="126" name="未知用户83" initials="未" lastIdx="1" clrIdx="0"/>
  <p:cmAuthor id="127" name="未知用户84" initials="未" lastIdx="1" clrIdx="0"/>
  <p:cmAuthor id="128" name="未知用户31" initials="未" lastIdx="23" clrIdx="0"/>
  <p:cmAuthor id="129" name="未知用户62" initials="未" lastIdx="33" clrIdx="0"/>
  <p:cmAuthor id="130" name="Lzy" initials="L" lastIdx="1" clrIdx="0"/>
  <p:cmAuthor id="131" name="陈尚文" initials="陈" lastIdx="1" clrIdx="1"/>
  <p:cmAuthor id="132" name="邢志林" initials="邢" lastIdx="1" clrIdx="0"/>
  <p:cmAuthor id="133" name="张 开阔" initials="张" lastIdx="1" clrIdx="104"/>
  <p:cmAuthor id="134" name="原鹏" initials="原" lastIdx="1" clrIdx="105"/>
  <p:cmAuthor id="135" name="shwyq2008@163.com" initials="s" lastIdx="1" clrIdx="34"/>
  <p:cmAuthor id="136" name="User" initials="U" lastIdx="12" clrIdx="0"/>
  <p:cmAuthor id="137" name="毕军(0212009)" initials="毕" lastIdx="10" clrIdx="0"/>
  <p:cmAuthor id="138" name="dadi" initials="d" lastIdx="2" clrIdx="1"/>
  <p:cmAuthor id="139" name="未知用户43" initials="未" lastIdx="4" clrIdx="1"/>
  <p:cmAuthor id="140" name="未知用户46" initials="未" lastIdx="1" clrIdx="0"/>
  <p:cmAuthor id="141" name="未知用户47" initials="未" lastIdx="1" clrIdx="3"/>
  <p:cmAuthor id="142" name="未知用户48" initials="未" lastIdx="2" clrIdx="0"/>
  <p:cmAuthor id="143" name="未知用户49" initials="未" lastIdx="1" clrIdx="0"/>
  <p:cmAuthor id="144" name="未知用户50" initials="未" lastIdx="5" clrIdx="2"/>
  <p:cmAuthor id="145" name="未知用户133" initials="未" lastIdx="21" clrIdx="4"/>
  <p:cmAuthor id="146" name="未知用户134" initials="未" lastIdx="1" clrIdx="1"/>
  <p:cmAuthor id="147" name="未知用户135" initials="未" lastIdx="1" clrIdx="0"/>
  <p:cmAuthor id="148" name="未知用户54" initials="未" lastIdx="18" clrIdx="0"/>
  <p:cmAuthor id="149" name="未知用户55" initials="未" lastIdx="2" clrIdx="0"/>
  <p:cmAuthor id="150" name="未知用户56" initials="未" lastIdx="1" clrIdx="22"/>
  <p:cmAuthor id="151" name="未知用户57" initials="未" lastIdx="24" clrIdx="0"/>
  <p:cmAuthor id="152" name="未知用户58" initials="未" lastIdx="0" clrIdx="0"/>
  <p:cmAuthor id="153" name="未知用户136" initials="未" lastIdx="1" clrIdx="0"/>
  <p:cmAuthor id="154" name="未知用户137" initials="未" lastIdx="1" clrIdx="0"/>
  <p:cmAuthor id="155" name="未知用户146" initials="未" lastIdx="1" clrIdx="0"/>
  <p:cmAuthor id="156" name="未知用户138" initials="未" lastIdx="1" clrIdx="0"/>
  <p:cmAuthor id="157" name="未知用户139" initials="未" lastIdx="4" clrIdx="0"/>
  <p:cmAuthor id="158" name="未知用户140" initials="未" lastIdx="13" clrIdx="0"/>
  <p:cmAuthor id="159" name="未知用户141" initials="未" lastIdx="2" clrIdx="0"/>
  <p:cmAuthor id="160" name="未知用户142" initials="未" lastIdx="2" clrIdx="1"/>
  <p:cmAuthor id="161" name="未知用户143" initials="未" lastIdx="16" clrIdx="2"/>
  <p:cmAuthor id="162" name="未知用户144" initials="未" lastIdx="0" clrIdx="0"/>
  <p:cmAuthor id="163" name="王志刚" initials="王" lastIdx="1" clrIdx="0"/>
  <p:cmAuthor id="164" name="徐光宇" initials="徐" lastIdx="1" clrIdx="0"/>
  <p:cmAuthor id="165" name="mac" initials="m" lastIdx="1" clrIdx="0"/>
  <p:cmAuthor id="166" name="Liu, Leo (MBSHR cs)" initials="L" lastIdx="2" clrIdx="0"/>
  <p:cmAuthor id="167" name="刘豹" initials="刘" lastIdx="0" clrIdx="0"/>
  <p:cmAuthor id="168" name="张艳芳" initials="张" lastIdx="3" clrIdx="0"/>
  <p:cmAuthor id="169" name="志斌 杜" initials="志" lastIdx="5" clrIdx="103"/>
  <p:cmAuthor id="170" name="未知用户88" initials="未" lastIdx="3" clrIdx="0"/>
  <p:cmAuthor id="171" name="未知用户89" initials="未" lastIdx="21" clrIdx="4"/>
  <p:cmAuthor id="172" name="未知用户90" initials="未" lastIdx="1" clrIdx="1"/>
  <p:cmAuthor id="173" name="未知用户91" initials="未" lastIdx="1" clrIdx="0"/>
  <p:cmAuthor id="174" name="未知用户92" initials="未" lastIdx="1" clrIdx="0"/>
  <p:cmAuthor id="175" name="未知用户93" initials="未" lastIdx="1" clrIdx="0"/>
  <p:cmAuthor id="176" name="未知用户94" initials="未" lastIdx="1" clrIdx="0"/>
  <p:cmAuthor id="177" name="未知用户95" initials="未" lastIdx="4" clrIdx="0"/>
  <p:cmAuthor id="178" name="未知用户96" initials="未" lastIdx="13" clrIdx="0"/>
  <p:cmAuthor id="179" name="未知用户97" initials="未" lastIdx="2" clrIdx="0"/>
  <p:cmAuthor id="180" name="未知用户98" initials="未" lastIdx="2" clrIdx="1"/>
  <p:cmAuthor id="181" name="未知用户99" initials="未" lastIdx="16" clrIdx="2"/>
  <p:cmAuthor id="182" name="未知用户100" initials="未" lastIdx="0" clrIdx="0"/>
  <p:cmAuthor id="183" name="未知用户101" initials="未" lastIdx="3" clrIdx="0"/>
  <p:cmAuthor id="184" name="未知用户72" initials="未" lastIdx="2" clrIdx="1"/>
  <p:cmAuthor id="185" name="未知用户74" initials="未" lastIdx="0" clrIdx="0"/>
  <p:cmAuthor id="186" name="未知用户75" initials="未" lastIdx="3" clrIdx="0"/>
  <p:cmAuthor id="187" name="未知用户76" initials="未" lastIdx="21" clrIdx="4"/>
  <p:cmAuthor id="188" name="20060210" initials="2" lastIdx="1" clrIdx="199"/>
  <p:cmAuthor id="189" name="未知用户78" initials="未" lastIdx="1" clrIdx="0"/>
  <p:cmAuthor id="190" name="未知用户79" initials="未" lastIdx="2" clrIdx="0"/>
  <p:cmAuthor id="191" name="未知用户85" initials="未" lastIdx="2" clrIdx="1"/>
  <p:cmAuthor id="192" name="未知用户86" initials="未" lastIdx="16" clrIdx="2"/>
  <p:cmAuthor id="193" name="李刚" initials="李" lastIdx="3" clrIdx="0"/>
  <p:cmAuthor id="194" name="侯 林" initials="侯" lastIdx="2" clrIdx="35"/>
  <p:cmAuthor id="195" name="徐仕超" initials="徐" lastIdx="1" clrIdx="3"/>
  <p:cmAuthor id="196" name="Pei" initials="P" lastIdx="0" clrIdx="1"/>
  <p:cmAuthor id="197" name="Ying Li" initials="Y" lastIdx="1" clrIdx="2"/>
  <p:cmAuthor id="198" name="lou cynthia" initials="l" lastIdx="1" clrIdx="0"/>
  <p:cmAuthor id="199" name="马红" initials="马" lastIdx="7" clrIdx="0"/>
  <p:cmAuthor id="200" name="Shi Xiao" initials="S" lastIdx="1" clrIdx="106"/>
  <p:cmAuthor id="201" name="卢 米薇" initials="卢" lastIdx="1" clrIdx="107"/>
  <p:cmAuthor id="202" name="LJ" initials="L" lastIdx="1" clrIdx="2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670F"/>
    <a:srgbClr val="0475B6"/>
    <a:srgbClr val="0545E8"/>
    <a:srgbClr val="3250CF"/>
    <a:srgbClr val="4874CB"/>
    <a:srgbClr val="002E86"/>
    <a:srgbClr val="1060EA"/>
    <a:srgbClr val="2E54A1"/>
    <a:srgbClr val="EC18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howGuides="1">
      <p:cViewPr varScale="1">
        <p:scale>
          <a:sx n="74" d="100"/>
          <a:sy n="74" d="100"/>
        </p:scale>
        <p:origin x="340" y="52"/>
      </p:cViewPr>
      <p:guideLst>
        <p:guide orient="horz" pos="2274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12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5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71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Calibri" panose="020F0702030404030204" charset="0"/>
                <a:ea typeface="微软雅黑" panose="020B0502040204020203" charset="-122"/>
              </a:rPr>
            </a:fld>
            <a:endParaRPr lang="zh-CN" altLang="en-US" sz="1200">
              <a:latin typeface="Calibri" panose="020F0702030404030204" charset="0"/>
              <a:ea typeface="微软雅黑" panose="020B0502040204020203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/>
              <a:t>企业调研分析结论</a:t>
            </a:r>
            <a:endParaRPr lang="zh-CN" altLang="en-US"/>
          </a:p>
          <a:p>
            <a:pPr lvl="0"/>
            <a:r>
              <a:rPr lang="zh-CN" altLang="en-US"/>
              <a:t>核心匹配企业：川渝云贵的雅迪系企业是我校本专业最优匹配对象，需求规模大、岗位与专业课程契合度高；</a:t>
            </a:r>
            <a:endParaRPr lang="zh-CN" altLang="en-US"/>
          </a:p>
          <a:p>
            <a:pPr lvl="0"/>
            <a:r>
              <a:rPr lang="zh-CN" altLang="en-US"/>
              <a:t>岗位痛点共性：高职生普遍缺乏</a:t>
            </a:r>
            <a:r>
              <a:rPr lang="en-US" altLang="zh-CN"/>
              <a:t>“</a:t>
            </a:r>
            <a:r>
              <a:rPr lang="zh-CN" altLang="en-US"/>
              <a:t>场景化实操能力</a:t>
            </a:r>
            <a:r>
              <a:rPr lang="en-US" altLang="zh-CN"/>
              <a:t>”</a:t>
            </a:r>
            <a:r>
              <a:rPr lang="zh-CN" altLang="en-US"/>
              <a:t>（如两轮电动车产线数据采集、汽车制造网络实施），低代码开发、工业协议应用是核心短板；</a:t>
            </a:r>
            <a:endParaRPr lang="zh-CN" altLang="en-US"/>
          </a:p>
          <a:p>
            <a:pPr lvl="0"/>
            <a:r>
              <a:rPr lang="zh-CN" altLang="en-US"/>
              <a:t>合作建议：优先与雅迪重庆</a:t>
            </a:r>
            <a:r>
              <a:rPr lang="en-US" altLang="zh-CN"/>
              <a:t>/</a:t>
            </a:r>
            <a:r>
              <a:rPr lang="zh-CN" altLang="en-US"/>
              <a:t>四川公司建立现代学徒制，定向培养数据采集、平台运维岗位人才，解决企业实操能力不足的痛点；</a:t>
            </a:r>
            <a:endParaRPr lang="zh-CN" altLang="en-US"/>
          </a:p>
          <a:p>
            <a:pPr lvl="0"/>
            <a:r>
              <a:rPr lang="zh-CN" altLang="en-US"/>
              <a:t>区域拓展：其他省份企业可作为补充，重点开展远程实训、联合认证合作。</a:t>
            </a:r>
            <a:endParaRPr lang="zh-CN" altLang="en-US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Calibri" panose="020F0702030404030204" charset="0"/>
                <a:ea typeface="微软雅黑" panose="020B0502040204020203" charset="-122"/>
              </a:rPr>
            </a:fld>
            <a:endParaRPr lang="zh-CN" altLang="en-US" sz="1200">
              <a:latin typeface="Calibri" panose="020F0702030404030204" charset="0"/>
              <a:ea typeface="微软雅黑" panose="020B0502040204020203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993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2860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tags" Target="../tags/tag3.xml"/><Relationship Id="rId4" Type="http://schemas.openxmlformats.org/officeDocument/2006/relationships/image" Target="../media/image3.png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25.xml"/><Relationship Id="rId30" Type="http://schemas.openxmlformats.org/officeDocument/2006/relationships/tags" Target="../tags/tag24.xml"/><Relationship Id="rId3" Type="http://schemas.openxmlformats.org/officeDocument/2006/relationships/tags" Target="../tags/tag2.xml"/><Relationship Id="rId29" Type="http://schemas.openxmlformats.org/officeDocument/2006/relationships/tags" Target="../tags/tag23.xml"/><Relationship Id="rId28" Type="http://schemas.openxmlformats.org/officeDocument/2006/relationships/tags" Target="../tags/tag22.xml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image" Target="../media/image7.png"/><Relationship Id="rId23" Type="http://schemas.openxmlformats.org/officeDocument/2006/relationships/tags" Target="../tags/tag18.xml"/><Relationship Id="rId22" Type="http://schemas.openxmlformats.org/officeDocument/2006/relationships/image" Target="../media/image6.png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image" Target="../media/image5.png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5" name="图片 11" descr="/Users/wangxu/Desktop/背景.png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146" name="组合 13"/>
          <p:cNvGrpSpPr/>
          <p:nvPr/>
        </p:nvGrpSpPr>
        <p:grpSpPr>
          <a:xfrm>
            <a:off x="10820400" y="-149225"/>
            <a:ext cx="1579563" cy="1406525"/>
            <a:chOff x="17156" y="-262"/>
            <a:chExt cx="2211" cy="1968"/>
          </a:xfrm>
        </p:grpSpPr>
        <p:sp>
          <p:nvSpPr>
            <p:cNvPr id="13" name="椭圆 12"/>
            <p:cNvSpPr/>
            <p:nvPr/>
          </p:nvSpPr>
          <p:spPr>
            <a:xfrm>
              <a:off x="17621" y="207"/>
              <a:ext cx="1152" cy="11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z="1400" strike="noStrike" noProof="1"/>
            </a:p>
          </p:txBody>
        </p:sp>
        <p:pic>
          <p:nvPicPr>
            <p:cNvPr id="6148" name="图片 1" descr="学校单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56" y="-262"/>
              <a:ext cx="2211" cy="196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7" name="任意多边形 16"/>
          <p:cNvSpPr/>
          <p:nvPr/>
        </p:nvSpPr>
        <p:spPr>
          <a:xfrm rot="16200000">
            <a:off x="5305425" y="-47625"/>
            <a:ext cx="1568450" cy="12242800"/>
          </a:xfrm>
          <a:custGeom>
            <a:avLst/>
            <a:gdLst>
              <a:gd name="connsiteX0" fmla="*/ 36 w 2760"/>
              <a:gd name="connsiteY0" fmla="*/ 0 h 19279"/>
              <a:gd name="connsiteX1" fmla="*/ 2736 w 2760"/>
              <a:gd name="connsiteY1" fmla="*/ 31 h 19279"/>
              <a:gd name="connsiteX2" fmla="*/ 1476 w 2760"/>
              <a:gd name="connsiteY2" fmla="*/ 9710 h 19279"/>
              <a:gd name="connsiteX3" fmla="*/ 2760 w 2760"/>
              <a:gd name="connsiteY3" fmla="*/ 19279 h 19279"/>
              <a:gd name="connsiteX4" fmla="*/ 0 w 2760"/>
              <a:gd name="connsiteY4" fmla="*/ 19279 h 19279"/>
              <a:gd name="connsiteX5" fmla="*/ 36 w 2760"/>
              <a:gd name="connsiteY5" fmla="*/ 0 h 1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0" h="19279">
                <a:moveTo>
                  <a:pt x="36" y="0"/>
                </a:moveTo>
                <a:lnTo>
                  <a:pt x="2736" y="31"/>
                </a:lnTo>
                <a:cubicBezTo>
                  <a:pt x="2317" y="31"/>
                  <a:pt x="1476" y="3310"/>
                  <a:pt x="1476" y="9710"/>
                </a:cubicBezTo>
                <a:cubicBezTo>
                  <a:pt x="1476" y="16110"/>
                  <a:pt x="2341" y="19279"/>
                  <a:pt x="2760" y="19279"/>
                </a:cubicBezTo>
                <a:lnTo>
                  <a:pt x="0" y="19279"/>
                </a:lnTo>
                <a:cubicBezTo>
                  <a:pt x="37" y="19280"/>
                  <a:pt x="-37" y="20"/>
                  <a:pt x="36" y="0"/>
                </a:cubicBezTo>
                <a:close/>
              </a:path>
            </a:pathLst>
          </a:custGeom>
          <a:solidFill>
            <a:srgbClr val="F5670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en-US" altLang="zh-CN" strike="noStrike" noProof="1"/>
          </a:p>
        </p:txBody>
      </p:sp>
      <p:sp>
        <p:nvSpPr>
          <p:cNvPr id="8196" name="文本框 1"/>
          <p:cNvSpPr txBox="1"/>
          <p:nvPr/>
        </p:nvSpPr>
        <p:spPr>
          <a:xfrm>
            <a:off x="1695450" y="769620"/>
            <a:ext cx="881888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en-US" sz="4000" b="1">
                <a:solidFill>
                  <a:srgbClr val="F5670F"/>
                </a:solidFill>
                <a:latin typeface="Calibri" panose="020F0702030404030204" charset="0"/>
                <a:ea typeface="微软雅黑" panose="020B0502040204020203" charset="-122"/>
              </a:rPr>
              <a:t>人才培养方案修订及课改方案设计思路</a:t>
            </a:r>
            <a:endParaRPr lang="zh-CN" altLang="en-US" sz="4000" b="1">
              <a:solidFill>
                <a:srgbClr val="F5670F"/>
              </a:solidFill>
              <a:latin typeface="Calibri" panose="020F0702030404030204" charset="0"/>
              <a:ea typeface="微软雅黑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40760" y="6089015"/>
            <a:ext cx="4872355" cy="33718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1600" b="1" noProof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智能控制学院</a:t>
            </a:r>
            <a:r>
              <a:rPr lang="en-US" altLang="zh-CN" sz="1600" b="1" noProof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   </a:t>
            </a:r>
            <a:r>
              <a:rPr lang="zh-CN" altLang="en-US" sz="1600" b="1" noProof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工业互联网应用专业</a:t>
            </a:r>
            <a:r>
              <a:rPr lang="en-US" altLang="zh-CN" sz="1600" b="1" noProof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   </a:t>
            </a:r>
            <a:r>
              <a:rPr lang="zh-CN" altLang="en-US" sz="1600" b="1" noProof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负责人</a:t>
            </a:r>
            <a:r>
              <a:rPr lang="en-US" altLang="zh-CN" sz="1600" b="1" noProof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 </a:t>
            </a:r>
            <a:r>
              <a:rPr lang="zh-CN" altLang="en-US" sz="1600" b="1" noProof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李顺强</a:t>
            </a:r>
            <a:endParaRPr lang="zh-CN" altLang="en-US" sz="1600" b="1" noProof="1"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8197" name="文本框 3"/>
          <p:cNvSpPr txBox="1"/>
          <p:nvPr/>
        </p:nvSpPr>
        <p:spPr>
          <a:xfrm>
            <a:off x="4694555" y="6425883"/>
            <a:ext cx="282067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solidFill>
                  <a:schemeClr val="bg1"/>
                </a:solidFill>
                <a:latin typeface="Calibri" panose="020F0702030404030204" charset="0"/>
                <a:ea typeface="微软雅黑" panose="020B0502040204020203" charset="-122"/>
              </a:rPr>
              <a:t>汇报日期：</a:t>
            </a:r>
            <a:r>
              <a:rPr lang="en-US" altLang="zh-CN">
                <a:solidFill>
                  <a:schemeClr val="bg1"/>
                </a:solidFill>
                <a:latin typeface="Calibri" panose="020F0702030404030204" charset="0"/>
                <a:ea typeface="微软雅黑" panose="020B0502040204020203" charset="-122"/>
              </a:rPr>
              <a:t>2026</a:t>
            </a:r>
            <a:r>
              <a:rPr lang="zh-CN" altLang="en-US">
                <a:solidFill>
                  <a:schemeClr val="bg1"/>
                </a:solidFill>
                <a:latin typeface="Calibri" panose="020F0702030404030204" charset="0"/>
                <a:ea typeface="微软雅黑" panose="020B0502040204020203" charset="-122"/>
              </a:rPr>
              <a:t>年</a:t>
            </a:r>
            <a:r>
              <a:rPr lang="en-US" altLang="zh-CN">
                <a:solidFill>
                  <a:schemeClr val="bg1"/>
                </a:solidFill>
                <a:latin typeface="Calibri" panose="020F0702030404030204" charset="0"/>
                <a:ea typeface="微软雅黑" panose="020B0502040204020203" charset="-122"/>
              </a:rPr>
              <a:t>7</a:t>
            </a:r>
            <a:r>
              <a:rPr lang="zh-CN" altLang="en-US">
                <a:solidFill>
                  <a:schemeClr val="bg1"/>
                </a:solidFill>
                <a:latin typeface="Calibri" panose="020F0702030404030204" charset="0"/>
                <a:ea typeface="微软雅黑" panose="020B0502040204020203" charset="-122"/>
              </a:rPr>
              <a:t>月</a:t>
            </a:r>
            <a:r>
              <a:rPr lang="en-US" altLang="zh-CN">
                <a:solidFill>
                  <a:schemeClr val="bg1"/>
                </a:solidFill>
                <a:latin typeface="Calibri" panose="020F0702030404030204" charset="0"/>
                <a:ea typeface="微软雅黑" panose="020B0502040204020203" charset="-122"/>
              </a:rPr>
              <a:t>21</a:t>
            </a:r>
            <a:r>
              <a:rPr lang="zh-CN" altLang="en-US">
                <a:solidFill>
                  <a:schemeClr val="bg1"/>
                </a:solidFill>
                <a:latin typeface="Calibri" panose="020F0702030404030204" charset="0"/>
                <a:ea typeface="微软雅黑" panose="020B0502040204020203" charset="-122"/>
              </a:rPr>
              <a:t>日</a:t>
            </a:r>
            <a:endParaRPr lang="zh-CN" altLang="en-US">
              <a:solidFill>
                <a:schemeClr val="bg1"/>
              </a:solidFill>
              <a:latin typeface="Calibri" panose="020F0702030404030204" charset="0"/>
              <a:ea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415925" y="363538"/>
            <a:ext cx="111125" cy="458788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>
              <a:ln>
                <a:solidFill>
                  <a:srgbClr val="0545E8"/>
                </a:solidFill>
              </a:ln>
              <a:solidFill>
                <a:srgbClr val="0545E8"/>
              </a:solidFill>
            </a:endParaRPr>
          </a:p>
        </p:txBody>
      </p:sp>
      <p:sp>
        <p:nvSpPr>
          <p:cNvPr id="10242" name="文本框 2"/>
          <p:cNvSpPr txBox="1"/>
          <p:nvPr/>
        </p:nvSpPr>
        <p:spPr>
          <a:xfrm>
            <a:off x="635000" y="365125"/>
            <a:ext cx="909638" cy="517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r>
              <a:rPr lang="zh-CN" altLang="en-US" sz="2800" b="1">
                <a:latin typeface="Calibri" panose="020F0702030404030204" charset="0"/>
                <a:ea typeface="微软雅黑" panose="020B0502040204020203" charset="-122"/>
              </a:rPr>
              <a:t>目录</a:t>
            </a:r>
            <a:endParaRPr lang="zh-CN" altLang="en-US" sz="2800" b="1">
              <a:latin typeface="Calibri" panose="020F0702030404030204" charset="0"/>
              <a:ea typeface="微软雅黑" panose="020B0502040204020203" charset="-122"/>
            </a:endParaRPr>
          </a:p>
        </p:txBody>
      </p:sp>
      <p:grpSp>
        <p:nvGrpSpPr>
          <p:cNvPr id="10243" name="组合 13"/>
          <p:cNvGrpSpPr/>
          <p:nvPr/>
        </p:nvGrpSpPr>
        <p:grpSpPr>
          <a:xfrm>
            <a:off x="11128375" y="-76200"/>
            <a:ext cx="1160463" cy="1033463"/>
            <a:chOff x="17156" y="-262"/>
            <a:chExt cx="2211" cy="1968"/>
          </a:xfrm>
        </p:grpSpPr>
        <p:sp>
          <p:nvSpPr>
            <p:cNvPr id="13" name="椭圆 12"/>
            <p:cNvSpPr/>
            <p:nvPr/>
          </p:nvSpPr>
          <p:spPr>
            <a:xfrm>
              <a:off x="17621" y="207"/>
              <a:ext cx="1152" cy="11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z="1400" strike="noStrike" noProof="1"/>
            </a:p>
          </p:txBody>
        </p:sp>
        <p:pic>
          <p:nvPicPr>
            <p:cNvPr id="10245" name="图片 4" descr="学校单logo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156" y="-262"/>
              <a:ext cx="2211" cy="196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2413995" y="1240346"/>
            <a:ext cx="7902642" cy="1075277"/>
            <a:chOff x="2521573" y="1240346"/>
            <a:chExt cx="7902642" cy="1075277"/>
          </a:xfrm>
        </p:grpSpPr>
        <p:pic>
          <p:nvPicPr>
            <p:cNvPr id="12" name="Picture 5" descr="image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194735" y="1240346"/>
              <a:ext cx="7229480" cy="1075277"/>
            </a:xfrm>
            <a:prstGeom prst="rect">
              <a:avLst/>
            </a:prstGeom>
          </p:spPr>
        </p:pic>
        <p:pic>
          <p:nvPicPr>
            <p:cNvPr id="14" name="Picture 16" descr="image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521573" y="1560267"/>
              <a:ext cx="336994" cy="351233"/>
            </a:xfrm>
            <a:prstGeom prst="rect">
              <a:avLst/>
            </a:prstGeom>
          </p:spPr>
        </p:pic>
        <p:sp>
          <p:nvSpPr>
            <p:cNvPr id="18" name="TextBox 19"/>
            <p:cNvSpPr txBox="1"/>
            <p:nvPr>
              <p:custDataLst>
                <p:tags r:id="rId7"/>
              </p:custDataLst>
            </p:nvPr>
          </p:nvSpPr>
          <p:spPr>
            <a:xfrm>
              <a:off x="4717181" y="1523047"/>
              <a:ext cx="3326415" cy="499339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just">
                <a:lnSpc>
                  <a:spcPct val="116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800" i="0" dirty="0">
                  <a:solidFill>
                    <a:srgbClr val="010328"/>
                  </a:solidFill>
                  <a:latin typeface="微软雅黑" panose="020B0502040204020203" charset="-122"/>
                  <a:ea typeface="微软雅黑" panose="020B0502040204020203" charset="-122"/>
                </a:rPr>
                <a:t>XXX</a:t>
              </a:r>
              <a:endParaRPr lang="en-US" altLang="zh-CN" sz="2800" i="0" dirty="0">
                <a:solidFill>
                  <a:srgbClr val="010328"/>
                </a:solidFill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sp>
          <p:nvSpPr>
            <p:cNvPr id="19" name="矩形: 圆角 7"/>
            <p:cNvSpPr/>
            <p:nvPr>
              <p:custDataLst>
                <p:tags r:id="rId8"/>
              </p:custDataLst>
            </p:nvPr>
          </p:nvSpPr>
          <p:spPr>
            <a:xfrm>
              <a:off x="3485331" y="1502878"/>
              <a:ext cx="993419" cy="523699"/>
            </a:xfrm>
            <a:prstGeom prst="roundRect">
              <a:avLst/>
            </a:prstGeom>
            <a:solidFill>
              <a:srgbClr val="0545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latin typeface="微软雅黑" panose="020B0502040204020203" charset="-122"/>
                  <a:ea typeface="微软雅黑" panose="020B0502040204020203" charset="-122"/>
                </a:rPr>
                <a:t>一</a:t>
              </a:r>
              <a:endParaRPr lang="zh-CN" altLang="en-US" sz="2800" b="1" dirty="0"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2413995" y="2308955"/>
            <a:ext cx="7902642" cy="1075277"/>
            <a:chOff x="2497264" y="2353723"/>
            <a:chExt cx="7902642" cy="1075277"/>
          </a:xfrm>
        </p:grpSpPr>
        <p:pic>
          <p:nvPicPr>
            <p:cNvPr id="37" name="Picture 5" descr="image.png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170426" y="2353723"/>
              <a:ext cx="7229480" cy="1075277"/>
            </a:xfrm>
            <a:prstGeom prst="rect">
              <a:avLst/>
            </a:prstGeom>
          </p:spPr>
        </p:pic>
        <p:pic>
          <p:nvPicPr>
            <p:cNvPr id="59" name="Picture 16" descr="image.png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497264" y="2673644"/>
              <a:ext cx="336994" cy="351233"/>
            </a:xfrm>
            <a:prstGeom prst="rect">
              <a:avLst/>
            </a:prstGeom>
          </p:spPr>
        </p:pic>
        <p:sp>
          <p:nvSpPr>
            <p:cNvPr id="63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4692872" y="2636424"/>
              <a:ext cx="3326415" cy="499339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just">
                <a:lnSpc>
                  <a:spcPct val="116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800" dirty="0">
                  <a:solidFill>
                    <a:srgbClr val="010328"/>
                  </a:solidFill>
                  <a:latin typeface="微软雅黑" panose="020B0502040204020203" charset="-122"/>
                  <a:ea typeface="微软雅黑" panose="020B0502040204020203" charset="-122"/>
                </a:rPr>
                <a:t>XXX</a:t>
              </a:r>
              <a:endParaRPr lang="en-US" altLang="zh-CN" sz="2800" dirty="0">
                <a:solidFill>
                  <a:srgbClr val="010328"/>
                </a:solidFill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sp>
          <p:nvSpPr>
            <p:cNvPr id="72" name="矩形: 圆角 71"/>
            <p:cNvSpPr/>
            <p:nvPr>
              <p:custDataLst>
                <p:tags r:id="rId13"/>
              </p:custDataLst>
            </p:nvPr>
          </p:nvSpPr>
          <p:spPr>
            <a:xfrm>
              <a:off x="3461022" y="2616255"/>
              <a:ext cx="993419" cy="523699"/>
            </a:xfrm>
            <a:prstGeom prst="roundRect">
              <a:avLst/>
            </a:prstGeom>
            <a:solidFill>
              <a:srgbClr val="0545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latin typeface="微软雅黑" panose="020B0502040204020203" charset="-122"/>
                  <a:ea typeface="微软雅黑" panose="020B0502040204020203" charset="-122"/>
                </a:rPr>
                <a:t>二</a:t>
              </a:r>
              <a:endParaRPr lang="zh-CN" altLang="en-US" sz="2800" b="1" dirty="0"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4"/>
            </p:custDataLst>
          </p:nvPr>
        </p:nvGrpSpPr>
        <p:grpSpPr>
          <a:xfrm>
            <a:off x="2413995" y="3377564"/>
            <a:ext cx="7913339" cy="1075277"/>
            <a:chOff x="2413995" y="3464130"/>
            <a:chExt cx="7913339" cy="1075277"/>
          </a:xfrm>
        </p:grpSpPr>
        <p:pic>
          <p:nvPicPr>
            <p:cNvPr id="22" name="Picture 5" descr="image.png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097854" y="3464130"/>
              <a:ext cx="7229480" cy="1075277"/>
            </a:xfrm>
            <a:prstGeom prst="rect">
              <a:avLst/>
            </a:prstGeom>
          </p:spPr>
        </p:pic>
        <p:pic>
          <p:nvPicPr>
            <p:cNvPr id="55" name="Picture 14" descr="image.png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2413995" y="3758322"/>
              <a:ext cx="333552" cy="357378"/>
            </a:xfrm>
            <a:prstGeom prst="rect">
              <a:avLst/>
            </a:prstGeom>
          </p:spPr>
        </p:pic>
        <p:sp>
          <p:nvSpPr>
            <p:cNvPr id="65" name="TextBox 20"/>
            <p:cNvSpPr txBox="1"/>
            <p:nvPr>
              <p:custDataLst>
                <p:tags r:id="rId18"/>
              </p:custDataLst>
            </p:nvPr>
          </p:nvSpPr>
          <p:spPr>
            <a:xfrm>
              <a:off x="4605644" y="3622319"/>
              <a:ext cx="5434832" cy="549200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just">
                <a:lnSpc>
                  <a:spcPct val="128000"/>
                </a:lnSpc>
              </a:pPr>
              <a:r>
                <a:rPr lang="en-US" altLang="zh-CN" sz="2800" dirty="0"/>
                <a:t>XXX</a:t>
              </a:r>
              <a:endParaRPr lang="en-US" altLang="zh-CN" sz="2800" dirty="0"/>
            </a:p>
          </p:txBody>
        </p:sp>
        <p:sp>
          <p:nvSpPr>
            <p:cNvPr id="73" name="矩形: 圆角 72"/>
            <p:cNvSpPr/>
            <p:nvPr>
              <p:custDataLst>
                <p:tags r:id="rId19"/>
              </p:custDataLst>
            </p:nvPr>
          </p:nvSpPr>
          <p:spPr>
            <a:xfrm>
              <a:off x="3374555" y="3628168"/>
              <a:ext cx="993419" cy="523699"/>
            </a:xfrm>
            <a:prstGeom prst="roundRect">
              <a:avLst/>
            </a:prstGeom>
            <a:solidFill>
              <a:srgbClr val="0545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latin typeface="微软雅黑" panose="020B0502040204020203" charset="-122"/>
                  <a:ea typeface="微软雅黑" panose="020B0502040204020203" charset="-122"/>
                </a:rPr>
                <a:t>三</a:t>
              </a:r>
              <a:endParaRPr lang="zh-CN" altLang="en-US" sz="2800" b="1" dirty="0"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20"/>
            </p:custDataLst>
          </p:nvPr>
        </p:nvGrpSpPr>
        <p:grpSpPr>
          <a:xfrm>
            <a:off x="2413995" y="4446173"/>
            <a:ext cx="7878333" cy="1075944"/>
            <a:chOff x="2423752" y="4654540"/>
            <a:chExt cx="7878333" cy="1075944"/>
          </a:xfrm>
        </p:grpSpPr>
        <p:pic>
          <p:nvPicPr>
            <p:cNvPr id="24" name="Picture 2" descr="image.png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3072606" y="4654540"/>
              <a:ext cx="7229479" cy="1075944"/>
            </a:xfrm>
            <a:prstGeom prst="rect">
              <a:avLst/>
            </a:prstGeom>
          </p:spPr>
        </p:pic>
        <p:pic>
          <p:nvPicPr>
            <p:cNvPr id="61" name="Picture 17" descr="image.png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2423752" y="4980009"/>
              <a:ext cx="330708" cy="354330"/>
            </a:xfrm>
            <a:prstGeom prst="rect">
              <a:avLst/>
            </a:prstGeom>
          </p:spPr>
        </p:pic>
        <p:sp>
          <p:nvSpPr>
            <p:cNvPr id="67" name="TextBox 21"/>
            <p:cNvSpPr txBox="1"/>
            <p:nvPr>
              <p:custDataLst>
                <p:tags r:id="rId25"/>
              </p:custDataLst>
            </p:nvPr>
          </p:nvSpPr>
          <p:spPr>
            <a:xfrm>
              <a:off x="4613455" y="4950672"/>
              <a:ext cx="4822602" cy="549348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just">
                <a:lnSpc>
                  <a:spcPct val="116000"/>
                </a:lnSpc>
              </a:pPr>
              <a:r>
                <a:rPr lang="en-US" altLang="zh-CN" sz="2800" dirty="0"/>
                <a:t>XXXXX</a:t>
              </a:r>
              <a:endParaRPr lang="en-US" altLang="zh-CN" sz="2800" dirty="0"/>
            </a:p>
          </p:txBody>
        </p:sp>
        <p:sp>
          <p:nvSpPr>
            <p:cNvPr id="74" name="矩形: 圆角 73"/>
            <p:cNvSpPr/>
            <p:nvPr>
              <p:custDataLst>
                <p:tags r:id="rId26"/>
              </p:custDataLst>
            </p:nvPr>
          </p:nvSpPr>
          <p:spPr>
            <a:xfrm>
              <a:off x="3382366" y="4930662"/>
              <a:ext cx="993419" cy="523699"/>
            </a:xfrm>
            <a:prstGeom prst="roundRect">
              <a:avLst/>
            </a:prstGeom>
            <a:solidFill>
              <a:srgbClr val="0545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latin typeface="微软雅黑" panose="020B0502040204020203" charset="-122"/>
                  <a:ea typeface="微软雅黑" panose="020B0502040204020203" charset="-122"/>
                </a:rPr>
                <a:t>四</a:t>
              </a:r>
              <a:endParaRPr lang="zh-CN" altLang="en-US" sz="2800" b="1" dirty="0"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27"/>
            </p:custDataLst>
          </p:nvPr>
        </p:nvGrpSpPr>
        <p:grpSpPr>
          <a:xfrm>
            <a:off x="2413995" y="5515451"/>
            <a:ext cx="7878333" cy="1075944"/>
            <a:chOff x="2413995" y="5515451"/>
            <a:chExt cx="7878333" cy="1075944"/>
          </a:xfrm>
        </p:grpSpPr>
        <p:pic>
          <p:nvPicPr>
            <p:cNvPr id="26" name="Picture 2" descr="image.png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3062849" y="5515451"/>
              <a:ext cx="7229479" cy="1075944"/>
            </a:xfrm>
            <a:prstGeom prst="rect">
              <a:avLst/>
            </a:prstGeom>
          </p:spPr>
        </p:pic>
        <p:pic>
          <p:nvPicPr>
            <p:cNvPr id="27" name="Picture 17" descr="image.png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2413995" y="5840920"/>
              <a:ext cx="330708" cy="354330"/>
            </a:xfrm>
            <a:prstGeom prst="rect">
              <a:avLst/>
            </a:prstGeom>
          </p:spPr>
        </p:pic>
        <p:sp>
          <p:nvSpPr>
            <p:cNvPr id="28" name="TextBox 21"/>
            <p:cNvSpPr txBox="1"/>
            <p:nvPr>
              <p:custDataLst>
                <p:tags r:id="rId30"/>
              </p:custDataLst>
            </p:nvPr>
          </p:nvSpPr>
          <p:spPr>
            <a:xfrm>
              <a:off x="4603698" y="5811583"/>
              <a:ext cx="4822602" cy="549348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 algn="just">
                <a:lnSpc>
                  <a:spcPct val="116000"/>
                </a:lnSpc>
              </a:pPr>
              <a:r>
                <a:rPr lang="en-US" altLang="zh-CN" sz="2800" dirty="0">
                  <a:solidFill>
                    <a:srgbClr val="01032B"/>
                  </a:solidFill>
                  <a:latin typeface="微软雅黑" panose="020B0502040204020203" charset="-122"/>
                  <a:ea typeface="微软雅黑" panose="020B0502040204020203" charset="-122"/>
                </a:rPr>
                <a:t>XXXX</a:t>
              </a:r>
              <a:endParaRPr lang="en-US" altLang="zh-CN" sz="2800" dirty="0">
                <a:solidFill>
                  <a:srgbClr val="01032B"/>
                </a:solidFill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sp>
          <p:nvSpPr>
            <p:cNvPr id="29" name="矩形: 圆角 11"/>
            <p:cNvSpPr/>
            <p:nvPr>
              <p:custDataLst>
                <p:tags r:id="rId31"/>
              </p:custDataLst>
            </p:nvPr>
          </p:nvSpPr>
          <p:spPr>
            <a:xfrm>
              <a:off x="3372609" y="5791573"/>
              <a:ext cx="993419" cy="523699"/>
            </a:xfrm>
            <a:prstGeom prst="roundRect">
              <a:avLst/>
            </a:prstGeom>
            <a:solidFill>
              <a:srgbClr val="0545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latin typeface="微软雅黑" panose="020B0502040204020203" charset="-122"/>
                  <a:ea typeface="微软雅黑" panose="020B0502040204020203" charset="-122"/>
                </a:rPr>
                <a:t>五</a:t>
              </a:r>
              <a:endParaRPr lang="zh-CN" altLang="en-US" sz="2800" b="1" dirty="0"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415925" y="363538"/>
            <a:ext cx="111125" cy="458788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>
              <a:ln>
                <a:solidFill>
                  <a:srgbClr val="0545E8"/>
                </a:solidFill>
              </a:ln>
              <a:solidFill>
                <a:srgbClr val="0545E8"/>
              </a:solidFill>
            </a:endParaRPr>
          </a:p>
        </p:txBody>
      </p:sp>
      <p:sp>
        <p:nvSpPr>
          <p:cNvPr id="14338" name="文本框 2"/>
          <p:cNvSpPr txBox="1"/>
          <p:nvPr/>
        </p:nvSpPr>
        <p:spPr>
          <a:xfrm>
            <a:off x="635000" y="365125"/>
            <a:ext cx="3127375" cy="369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r>
              <a:rPr lang="zh-CN" altLang="en-US" sz="2400" b="1">
                <a:latin typeface="Calibri" panose="020F0702030404030204" charset="0"/>
                <a:ea typeface="微软雅黑" panose="020B0502040204020203" charset="-122"/>
              </a:rPr>
              <a:t>一、</a:t>
            </a:r>
            <a:r>
              <a:rPr lang="en-US" altLang="zh-CN" sz="2400" b="1">
                <a:sym typeface="+mn-ea"/>
              </a:rPr>
              <a:t>XXX</a:t>
            </a:r>
            <a:endParaRPr lang="en-US" altLang="zh-CN" sz="2400" b="1">
              <a:sym typeface="+mn-ea"/>
            </a:endParaRPr>
          </a:p>
        </p:txBody>
      </p:sp>
      <p:grpSp>
        <p:nvGrpSpPr>
          <p:cNvPr id="14339" name="组合 13"/>
          <p:cNvGrpSpPr/>
          <p:nvPr/>
        </p:nvGrpSpPr>
        <p:grpSpPr>
          <a:xfrm>
            <a:off x="11128375" y="-76200"/>
            <a:ext cx="1160463" cy="1033463"/>
            <a:chOff x="17156" y="-262"/>
            <a:chExt cx="2211" cy="1968"/>
          </a:xfrm>
        </p:grpSpPr>
        <p:sp>
          <p:nvSpPr>
            <p:cNvPr id="13" name="椭圆 12"/>
            <p:cNvSpPr/>
            <p:nvPr/>
          </p:nvSpPr>
          <p:spPr>
            <a:xfrm>
              <a:off x="17621" y="207"/>
              <a:ext cx="1152" cy="11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z="1400" strike="noStrike" noProof="1"/>
            </a:p>
          </p:txBody>
        </p:sp>
        <p:pic>
          <p:nvPicPr>
            <p:cNvPr id="14341" name="图片 4" descr="学校单logo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156" y="-262"/>
              <a:ext cx="2211" cy="196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" name="矩形: 圆角 20"/>
          <p:cNvSpPr/>
          <p:nvPr/>
        </p:nvSpPr>
        <p:spPr>
          <a:xfrm>
            <a:off x="3501378" y="274803"/>
            <a:ext cx="986820" cy="420688"/>
          </a:xfrm>
          <a:prstGeom prst="roundRect">
            <a:avLst/>
          </a:prstGeom>
          <a:solidFill>
            <a:srgbClr val="F5670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Times New Roman" panose="02020703060505090304" pitchFamily="18" charset="0"/>
                <a:cs typeface="Times New Roman" panose="02020703060505090304" pitchFamily="18" charset="0"/>
              </a:rPr>
              <a:t>当前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703060505090304" pitchFamily="18" charset="0"/>
                <a:cs typeface="Times New Roman" panose="02020703060505090304" pitchFamily="18" charset="0"/>
              </a:rPr>
              <a:t>项</a:t>
            </a:r>
            <a:endParaRPr lang="zh-CN" altLang="en-US" sz="1200" dirty="0">
              <a:solidFill>
                <a:schemeClr val="bg1"/>
              </a:solidFill>
              <a:latin typeface="Times New Roman" panose="02020703060505090304" pitchFamily="18" charset="0"/>
              <a:cs typeface="Times New Roman" panose="02020703060505090304" pitchFamily="18" charset="0"/>
            </a:endParaRPr>
          </a:p>
        </p:txBody>
      </p:sp>
      <p:sp>
        <p:nvSpPr>
          <p:cNvPr id="2" name="矩形: 圆角 20"/>
          <p:cNvSpPr/>
          <p:nvPr/>
        </p:nvSpPr>
        <p:spPr>
          <a:xfrm>
            <a:off x="4648884" y="273216"/>
            <a:ext cx="986820" cy="42227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703060505090304" pitchFamily="18" charset="0"/>
                <a:cs typeface="Times New Roman" panose="02020703060505090304" pitchFamily="18" charset="0"/>
              </a:rPr>
              <a:t>下一项</a:t>
            </a:r>
            <a:endParaRPr lang="zh-CN" altLang="en-US" sz="1200" dirty="0">
              <a:solidFill>
                <a:schemeClr val="tx1"/>
              </a:solidFill>
              <a:latin typeface="Times New Roman" panose="02020703060505090304" pitchFamily="18" charset="0"/>
              <a:cs typeface="Times New Roman" panose="02020703060505090304" pitchFamily="18" charset="0"/>
            </a:endParaRPr>
          </a:p>
        </p:txBody>
      </p:sp>
      <p:sp>
        <p:nvSpPr>
          <p:cNvPr id="6" name="矩形: 圆角 20"/>
          <p:cNvSpPr/>
          <p:nvPr/>
        </p:nvSpPr>
        <p:spPr>
          <a:xfrm>
            <a:off x="5796390" y="273216"/>
            <a:ext cx="986820" cy="42227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703060505090304" pitchFamily="18" charset="0"/>
                <a:cs typeface="Times New Roman" panose="02020703060505090304" pitchFamily="18" charset="0"/>
              </a:rPr>
              <a:t>下一项</a:t>
            </a:r>
            <a:endParaRPr lang="zh-CN" altLang="en-US" sz="1200" dirty="0">
              <a:solidFill>
                <a:schemeClr val="tx1"/>
              </a:solidFill>
              <a:latin typeface="Times New Roman" panose="02020703060505090304" pitchFamily="18" charset="0"/>
              <a:cs typeface="Times New Roman" panose="020207030605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8913" name="图片 3" descr="灯塔背景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4" name="文本框 1"/>
          <p:cNvSpPr txBox="1"/>
          <p:nvPr/>
        </p:nvSpPr>
        <p:spPr>
          <a:xfrm>
            <a:off x="1301750" y="1881188"/>
            <a:ext cx="5181600" cy="1444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88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THANKS</a:t>
            </a:r>
            <a:endParaRPr lang="zh-CN" altLang="en-US" sz="8800" b="1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38915" name="文本框 2"/>
          <p:cNvSpPr txBox="1"/>
          <p:nvPr/>
        </p:nvSpPr>
        <p:spPr>
          <a:xfrm>
            <a:off x="1403350" y="3275013"/>
            <a:ext cx="4705350" cy="13541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dist"/>
            <a:r>
              <a:rPr lang="zh-CN" altLang="en-US" sz="8200" b="1">
                <a:solidFill>
                  <a:schemeClr val="bg1"/>
                </a:solidFill>
                <a:latin typeface="Calibri" panose="020F0702030404030204" charset="0"/>
                <a:ea typeface="微软雅黑" panose="020B0502040204020203" charset="-122"/>
              </a:rPr>
              <a:t>感谢聆听</a:t>
            </a:r>
            <a:endParaRPr lang="zh-CN" altLang="en-US" sz="8000" b="1">
              <a:solidFill>
                <a:schemeClr val="bg1"/>
              </a:solidFill>
              <a:latin typeface="Calibri" panose="020F0702030404030204" charset="0"/>
              <a:ea typeface="微软雅黑" panose="020B0502040204020203" charset="-122"/>
            </a:endParaRPr>
          </a:p>
        </p:txBody>
      </p:sp>
      <p:sp>
        <p:nvSpPr>
          <p:cNvPr id="38916" name="文本框 20"/>
          <p:cNvSpPr txBox="1"/>
          <p:nvPr/>
        </p:nvSpPr>
        <p:spPr>
          <a:xfrm>
            <a:off x="1466850" y="4768850"/>
            <a:ext cx="4502150" cy="3984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dist"/>
            <a:r>
              <a:rPr lang="zh-CN" altLang="en-US" sz="2000">
                <a:solidFill>
                  <a:srgbClr val="0475B6"/>
                </a:solidFill>
                <a:latin typeface="Calibri" panose="020F0702030404030204" charset="0"/>
                <a:ea typeface="微软雅黑" panose="020B0502040204020203" charset="-122"/>
              </a:rPr>
              <a:t>以生为本</a:t>
            </a:r>
            <a:r>
              <a:rPr lang="en-US" altLang="zh-CN" sz="2000">
                <a:solidFill>
                  <a:srgbClr val="0475B6"/>
                </a:solidFill>
                <a:latin typeface="Calibri" panose="020F0702030404030204" charset="0"/>
                <a:ea typeface="微软雅黑" panose="020B0502040204020203" charset="-122"/>
              </a:rPr>
              <a:t> </a:t>
            </a:r>
            <a:r>
              <a:rPr lang="zh-CN" altLang="en-US" sz="2000">
                <a:solidFill>
                  <a:srgbClr val="0475B6"/>
                </a:solidFill>
                <a:latin typeface="Calibri" panose="020F0702030404030204" charset="0"/>
                <a:ea typeface="微软雅黑" panose="020B0502040204020203" charset="-122"/>
              </a:rPr>
              <a:t>教随产出</a:t>
            </a:r>
            <a:r>
              <a:rPr lang="en-US" altLang="zh-CN" sz="2000">
                <a:solidFill>
                  <a:srgbClr val="0475B6"/>
                </a:solidFill>
                <a:latin typeface="Calibri" panose="020F0702030404030204" charset="0"/>
                <a:ea typeface="微软雅黑" panose="020B0502040204020203" charset="-122"/>
              </a:rPr>
              <a:t> </a:t>
            </a:r>
            <a:r>
              <a:rPr lang="zh-CN" altLang="en-US" sz="2000">
                <a:solidFill>
                  <a:srgbClr val="0475B6"/>
                </a:solidFill>
                <a:latin typeface="Calibri" panose="020F0702030404030204" charset="0"/>
                <a:ea typeface="微软雅黑" panose="020B0502040204020203" charset="-122"/>
              </a:rPr>
              <a:t>产教同行</a:t>
            </a:r>
            <a:endParaRPr lang="zh-CN" altLang="en-US" sz="2000">
              <a:solidFill>
                <a:srgbClr val="0475B6"/>
              </a:solidFill>
              <a:latin typeface="Calibri" panose="020F0702030404030204" charset="0"/>
              <a:ea typeface="微软雅黑" panose="020B0502040204020203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2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3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4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5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6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7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8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9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10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11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12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13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14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15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16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17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18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19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20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21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22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23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24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ags/tag25.xml><?xml version="1.0" encoding="utf-8"?>
<p:tagLst xmlns:p="http://schemas.openxmlformats.org/presentationml/2006/main">
  <p:tag name="KSO_WM_DIAGRAM_VIRTUALLY_FRAME" val="{&quot;height&quot;:421.34244094488184,&quot;left&quot;:190.0783464566929,&quot;top&quot;:97.66503937007874,&quot;width&quot;:623.0975590551182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WPS 文字</Application>
  <PresentationFormat>宽屏</PresentationFormat>
  <Paragraphs>42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微软雅黑</vt:lpstr>
      <vt:lpstr>Times New Roman</vt:lpstr>
      <vt:lpstr>Times New Roman</vt:lpstr>
      <vt:lpstr>方正仿宋_GBK</vt:lpstr>
      <vt:lpstr>方正黑体_GBK</vt:lpstr>
      <vt:lpstr>黑体</vt:lpstr>
      <vt:lpstr>Arial Unicode MS</vt:lpstr>
      <vt:lpstr>Source Han Sans CN</vt:lpstr>
      <vt:lpstr>苹方-简</vt:lpstr>
      <vt:lpstr>Source Han Sans CN</vt:lpstr>
      <vt:lpstr>方正黑体_GBK</vt:lpstr>
      <vt:lpstr>Apple Color Emoji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shangguanyong26</dc:creator>
  <cp:lastModifiedBy>天琼恩泽</cp:lastModifiedBy>
  <cp:revision>865</cp:revision>
  <dcterms:created xsi:type="dcterms:W3CDTF">2026-08-16T09:37:12Z</dcterms:created>
  <dcterms:modified xsi:type="dcterms:W3CDTF">2026-08-16T09:37:12Z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294D6DCBABBBBE633E84816A58DC9C05_43</vt:lpwstr>
  </property>
</Properties>
</file>