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开场30秒：本次课《一键生成质量日报》，80分钟＝2课时×40分钟。课前已发工单+starter+微课知识卡，资讯·计划线上完成。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知识卡1：Pillow：open/copy/resize/draw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知识卡2：rectangle画框[x1,y1,x2,y2]——应用：见工单starter与教师参考实现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知识卡3：reportlab三件：Paragraph/Image/Table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知识卡4：中文字体注册TTFont后setFont——应用：见工单starter与教师参考实现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知识卡5：四段式日报：概览/分析/异常/附表——应用：见工单starter与教师参考实现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知识卡6：信息层级：结论先行——应用：见工单starter与教师参考实现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现场演示《标注+PDF》：三步走——先整段跑通看结果，再逐行讲关键语句，最后现场改一个参数看输出变化（演10分钟的核心素材）。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错误速查：现场演示第一条——制造「PDF中文空白」，带着学生按'现象→原因→解决'三步排查。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一键生成质量日报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第20次课（2课时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一键生成质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量日报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reportlab三件：Paragraph/Image/Table · 中文字体注册TTFont后setFont——应用：见工单starter与教师参考实现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报告的读者是谁？他要先看什么？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报告的读者是谁？他要先看什么？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Image尺寸用width=120*mm等比例，防拉伸变形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信息层级：结论先行——应用：见工单starter与教师参考实现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信息层级设计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概览页：结论先行（缺陷数/判定）；明细页：图表+数据。读者是班组长——他先看“合格吗”再看细节。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表格样式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TableStyle的GRID画线、BACKGROUND表头底色、ALIGN对齐——三行代码让表格专业十倍。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PDF图文表混排生成——应用：见工单starter与教师参考实现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中文字体注册与使用——应用：见工单starter与教师参考实现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按读者视角组织报告层级——应用：见工单starter与教师参考实现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一键生成质量日报（1）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reportlab基础：画布、字体注册、段落与表格；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图文混排：插入标注图像与统计表格；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工单项目1.4实操：处理设备故障图像（标注缺陷区域）并生成包含图表和图像的PDF报告。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关键代码：标注+PDF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 = ImageDraw.Draw(img.copy())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d.rectangle([120,80,210,120], outline=(255,0,0), width=3)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d.text((120,66), "scratch 9.0mm", fill=(255,0,0))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pdfmetrics.registerFont(TTFont("ZH", "fonts/ZH_Font.ttf"))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doc.build([Paragraph("设备质量日报", st),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RLImage("marked.png", width=120*mm, height=90*mm)])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决策：信息层级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段落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读者关注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排序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明细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附表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四段式版式调整(信息层级)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多页报告或自绘封面(冲优)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版式专业；美观度≥4/5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改坐标再画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观察标注变化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能改框位置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图+PDF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画框标注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最简PDF输出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确认中文正常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PDF能打开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图文表三要素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标注缺陷图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PDF标题+结论+图+表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生成并检查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排版规范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封面+多页报告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自绘封面页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概览+明细双页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耗时&lt;2min记录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可直接上交水准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自动邮件发送（smtplib+附件），附测试邮箱配置说明)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四段式版式调整(信息层级)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多页报告或自绘封面(冲优)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生成耗时记录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Image尺寸用width=120*mm等比例，防拉伸变形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生成耗时打印出来：本工单要求&lt;2分钟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PDF文件名带日期：质量日报_0415.pdf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PDF中文空白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registerFont+setFont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文字压住框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y坐标不当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画在框上方y-14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图变形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宽高没等比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按原始比例设宽高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运行时出现「PDF中文空白」，你的排查顺序是？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