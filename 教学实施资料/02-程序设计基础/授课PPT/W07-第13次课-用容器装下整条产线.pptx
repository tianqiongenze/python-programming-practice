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开场30秒：本次课《用容器装下整条产线》，80分钟＝2课时×40分钟。课前已发工单+starter+微课知识卡，资讯·计划线上完成。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情境说书（30秒，口头讲，不必逐字念）：车间数据三张皮：设备报文、CSV台账、JSON配置互不相认。集团数据中台来函要求统一格式上报——工单1.1：写一个格式转换器，让三种方言说普通话。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知识卡1：列表有序可重复；字典键值O(1)查——应用：见工单starter与教师参考实现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知识卡2：集合自动去重；元组不可变——应用：见工单starter与教师参考实现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知识卡3：正则八积木：\d \w + * [] ()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知识卡4：re.match/findall/search三方法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知识卡5：r前缀防转义：r'DEV-\d+'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知识卡6：统一schema：多源输入→标准字典——应用：见工单starter与教师参考实现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现场演示《报文正则解析》：三步走——先整段跑通看结果，再逐行讲关键语句，最后现场改一个参数看输出变化（演10分钟的核心素材）。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工单发布话术：'精密制造事业部发来工单1.1《工业数据格式转换工具》，及格线是≥，优秀线看A层标准'——念完发starter。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错误速查：现场演示第一条——制造「正则把整行吞了」，带着学生按'现象→原因→解决'三步排查。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持校园卡，记生活账 | 预习知识点：列表操作(增删改查/切片)；列表推导式 | 课中检查知识点：能管理设备列表；能用[x*2 for x in data]变换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用容器装下整条产线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第七周 · 第13次课（2课时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用容器装下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整条产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列表有序可重复；字典键值O(1)查——应用：见工单starter与教师参考实现 · 集合自动去重；元组不可变——应用：见工单starter与教师参考实现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正则八积木：\d \w + * [] () · re.match/findall/search三方法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正则解析报文键值对——应用：见工单starter与教师参考实现 · CSV/JSON双格式解析——应用：见工单starter与教师参考实现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45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45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掌握列表、字典、集合的特性和基本操作；掌握字符串常用方法与正则表达式基础语法。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能够使用正则从工业报文中提取关键信息并用容器组织数据；能够完成≥2种数据格式的转换；代码规范率≥75%。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体会“选择合适数据结构”对程序清晰度的影响，培养数据组织的设计意识。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45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正则八块积木：\d \w [] + * 分别匹配什么？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45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正则八块积木：\d \w [] + * 分别匹配什么？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正则前加r前缀防转义踩坑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45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车间数据三张皮：设备报文、CSV台账、JSON配置互不相认。集团数据中台来函要求统一格式上报——工单1.1：写一个格式转换器，让三种方言说普通话。</a:t>
            </a:r>
          </a:p>
        </p:txBody>
      </p:sp>
      <p:pic>
        <p:nvPicPr>
          <p:cNvPr id="9" name="Picture 8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45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45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列表有序可重复；字典键值O(1)查——应用：见工单starter与教师参考实现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45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集合自动去重；元组不可变——应用：见工单starter与教师参考实现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45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正则八积木：\d \w + * [] 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45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re.match/findall/search三方法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45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r前缀防转义：r'DEV-\d+'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45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统一schema：多源输入→标准字典——应用：见工单starter与教师参考实现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45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列表有序可重复；字典键值O(1)查——应用：见工单starter与教师参考实现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集合自动去重；元组不可变——应用：见工单starter与教师参考实现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正则八积木：\d \w + * [] 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re.match/findall/search三方法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r前缀防转义：r'DEV-\d+'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45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正则八块积木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\d数字 \w字母数字 +一个以上 *零个以上 []范围 ()分组——先记八块再拼装：r'DEV-\d+'匹配设备编号。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容器选型三问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要序？列表。要按Key查？字典。要去重？集合。选错容器代码量翻倍。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45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正则解析报文键值对——应用：见工单starter与教师参考实现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CSV/JSON双格式解析——应用：见工单starter与教师参考实现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三格式统一映射标准结构——应用：见工单starter与教师参考实现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按决策矩阵完成容器选型——应用：见工单starter与教师参考实现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45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用容器装下整条产线（1）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列表：定义、索引、切片、增删改查、遍历；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字典：键值对建模设备属性、get方法、遍历；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集合与元组：去重、不可变序列的用途。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45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关键代码：报文正则解析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import re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msg = "DEV-01:temp=56.3C;press=0.45MPa;status=RUN"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dev = re.match(r"([A-Z]+-\d+):", msg).group(1)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kv = re.findall(r"(\w+)=([\d.]+|\w+)", msg)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metrics = {k: float(v) if re.fullmatch(r"[\d.]+", v) else v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for k, v in kv}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45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45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45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45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决策：容器选型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数据形态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列表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字典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集合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有序重复测点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设备→参数映射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去重设备ID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45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实施任务：工单1.1《工业数据格式转换工具》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正则解析报文串DEV-01:temp=56.3C;...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CSV行/JSON串解析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统一转标准字典结构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≥2种格式+正则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≥3格式+容错(缺字段置None)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45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正则体验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\d+改\d{2}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观察匹配变化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能改模式匹配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45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双格式解析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报文解析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JSON解析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打印对照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能出标准字典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45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三格式全通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报文正则解析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CSV/JSON解析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统一{device_id,metrics}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结构统一无错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45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容错解析器+批量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缺字段置None容错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批量转换文件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输出成功率统计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3格式+成功率统计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解析器支持缺字段容错（置None）并统计各格式解析成功率)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45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正则解析报文串DEV-01:temp=56.3C;...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CSV行/JSON串解析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统一转标准字典结构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正则前加r前缀防转义踩坑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用re.findall(r'(\w+)=([\d.]+)')提取键值对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数值字段转float再进字典，别存字符串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45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正则把整行吞了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贪婪.*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用[\d.]+限定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键名带空格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没strip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切分后strip()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str当float用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忘了转换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数值字段float()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45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运行时出现「正则把整行吞了」，你的排查顺序是？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原因是贪婪.*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45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45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45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提交物与评分（工单1.1）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学号_姓名_1.1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45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完成工单项目1.1《工业数据格式转换工具》：及格标准处理≥2种格式+使用正则；优秀标准≥3种格式+结构清晰+规范率≥90%；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完成10条报文解析练习；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预习文件读写操作。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45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45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45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45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下次课预告（第8周）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with读写CSV与JSON——应用：见工单st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with语句的好处是什么？utf-8乱码怎么处理？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