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开场30秒：本次课《从图纸到对象：设备建模》，80分钟＝2课时×40分钟。课前已发工单+starter+微课知识卡，资讯·计划线上完成。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情境说书（30秒，口头讲，不必逐字念）：台账、告警的数据散落各处，改一台设备要翻三个文件。李姐感叹：'要是设备信息能像身份证一样一人一张卡。'——工单0.3：学会用'类'给设备建模。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知识卡1：类=图纸；实例=按图纸造的产品——应用：见工单starter与教师参考实现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知识卡2：__init__构造方法；self=实例自身——应用：见工单starter与教师参考实现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知识卡3：实例属性写__init__内(独立内存)——应用：见工单starter与教师参考实现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知识卡4：方法=类内函数；d.start()即调用——应用：见工单starter与教师参考实现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知识卡5：__str__让print(对象)可读——应用：见工单starter与教师参考实现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知识卡6：状态校验：非法迁移要拒绝——应用：见工单starter与教师参考实现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现场演示《设备类骨架》：三步走——先整段跑通看结果，再逐行讲关键语句，最后现场改一个参数看输出变化（演10分钟的核心素材）。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工单发布话术：'精密制造事业部发来工单0.3《工业设备类设计》，及格线是1，优秀线看A层标准'——念完发starter。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错误速查：现场演示第一条——制造「漏self」，带着学生按'现象→原因→解决'三步排查。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预习知识点：for/while循环；range；break与continue | 课中检查知识点：能用循环处理10台设备数据；能解释break与continue区别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从图纸到对象：设备建模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从图纸到对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象：设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 · 方法=类内函数；d.start()即调用——应用：见工单starter与教师参考实现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实例属性写在__init__里，写在类体会被所有实例共享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__init__构造方法；self=实例自身——应用：见工单starter与教师参考实现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方法=类内函数；d.start()即调用——应用：见工单starter与教师参考实现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__str__让print(对象)可读——应用：见工单starter与教师参考实现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状态校验：非法迁移要拒绝——应用：见工单starter与教师参考实现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__init__构造方法；self=实例自身——应用：见工单starter与教师参考实现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方法=类内函数；d.start()即调用——应用：见工单starter与教师参考实现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__str__让print(对象)可读——应用：见工单starter与教师参考实现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类：图纸与产品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class Device是图纸，d1=Device()是按图纸造的产品（实例）。属性存数据（id/name），方法存行为（start/stop）。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__init__与self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造产品时自动执行的初始化函数；self=这个产品自己——d1.start()其实就是Device.start(d1)。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创建多实例并演示属性隔离——应用：见工单starter与教师参考实现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实现启停状态校验逻辑——应用：见工单starter与教师参考实现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用id()观察对象独立性——应用：见工单starter与教师参考实现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从图纸到对象：设备建模（1）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面向对象思想引入：过程式vs面向对象（设备参数散落vs统一建模）；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类的定义：class关键字、属性与方法；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__init__构造方法与self参数；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对象的创建与成员访问。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关键代码：设备类骨架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temp=25.0):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self.dev_id, self.name, self.temp = dev_id, name, temp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"停止"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self.status == "运行":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print(f"{self.name}已在运行"); return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"运行"; print(f"{self.name}启动成功")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实施任务：工单0.3《工业设备类设计》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Device类: ≥2属性+≥2方法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创建≥2个对象实例并调用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get_status返回可读信息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1类+2属性+2方法+2实例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≥3属性3方法+__str__+规范率≥90%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对象体验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再建一个对象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观察互不影响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能调用方法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最小类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补全__init__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创建1实例调用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1属性1方法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标准设备类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完成Device类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创建2实例调用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get_status输出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2属性2方法2实例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__str__+运行时长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实现__str__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start/stop时间差统计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输出设备报表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3属性3方法+docstring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实现__str__让print(d1)直接输出可读信息，并写docstring)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Device类: ≥2属性+≥2方法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创建≥2个对象实例并调用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get_status返回可读信息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实例属性写在__init__里，写在类体会被所有实例共享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方法第一个参数必须是self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d1.start少写括号=拿到方法本身而非调用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方法第一参数写self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属性被共享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属性写在类体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移入__init__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d.start无输出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少了括号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d.start()才调用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运行时出现「漏self」，你的排查顺序是？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用自己的话写一段“什么是对象”的理解笔记；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预习继承的概念。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构建基类+两子类继承体系——应用：见工单star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