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开场30秒：本次课《程序生病了怎么办》，80分钟＝2课时×40分钟。课前已发工单+starter+微课知识卡，资讯·计划线上完成。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凌晨的断电让采集程序崩在中途，丢了半小时数据。王主任发火：'程序不能一摔就死。'——工单0.5：异常处理+日志，让程序'摔了能爬起来还留下案发记录'（本周中期诊断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知识卡1：异常=运行时错误对象；类型即线索——应用：见工单starter与教师参考实现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知识卡2：try/except/else/finally四段结构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知识卡3：精确捕获：FileNotFoundError/ValueError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知识卡4：禁止裸except(吞Ctrl+C)——应用：见工单starter与教师参考实现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知识卡5：logging三级：INFO/WARNING/ERROR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知识卡6：finally放收尾：关资源/写统计——应用：见工单starter与教师参考实现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现场演示《健壮读取》：三步走——先整段跑通看结果，再逐行讲关键语句，最后现场改一个参数看输出变化（演10分钟的核心素材）。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工单发布话术：'精密制造事业部发来工单0.5《健壮的工业数据采集程序》，及格线是≥，优秀线看A层标准'——念完发starter。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错误速查：现场演示第一条——制造「裸except吞异常」，带着学生按'现象→原因→解决'三步排查。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 砥砺奋斗，成就精彩 | 预习知识点：模块导入(import)；标准库random/time；异常处理try-except | 课中检查知识点：能import random生成测试数据；能用try-except捕获文件异常（中期诊断周）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程序生病了怎么办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第六周 · 第11次课（2课时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程序生病了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怎么办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异常=运行时错误对象；类型即线索——应用：见工单starter与教师参考实现 · try/except/else/finally四段结构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精确捕获：FileNotFoundError/ValueError · 禁止裸except(吞Ctrl+C)——应用：见工单starter与教师参考实现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配置双输出日志(控制台+文件)——应用：见工单starter与教师参考实现 · 捕获多类型异常并分级记录——应用：见工单starter与教师参考实现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掌握try/except/finally异常处理结构；掌握logging日志模块的基本使用；了解程序调试的常用方法。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能够编写捕获≥3种异常并记录日志的健壮采集程序；能够使用日志定位问题；代码规范率≥80%。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树立“程序会出错”的工程危机意识，培养防患于未然的健壮性设计习惯。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finally块无论是否异常都执行吗？裸except为什么禁止？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finally块无论是否异常都执行吗？裸except为什么禁止？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禁止裸except:——会吞掉Ctrl+C等一切异常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凌晨的断电让采集程序崩在中途，丢了半小时数据。王主任发火：'程序不能一摔就死。'——工单0.5：异常处理+日志，让程序'摔了能爬起来还留下案发记录'（本周中期诊断）。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异常=运行时错误对象；类型即线索——应用：见工单starter与教师参考实现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try/except/else/finally四段结构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精确捕获：FileNotFoundError/ValueError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禁止裸except(吞Ctrl+C)——应用：见工单starter与教师参考实现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logging三级：INFO/WARNING/ERROR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finally放收尾：关资源/写统计——应用：见工单starter与教师参考实现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异常=运行时错误对象；类型即线索——应用：见工单starter与教师参考实现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try/except/else/finally四段结构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精确捕获：FileNotFoundError/ValueError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禁止裸except(吞Ctrl+C)——应用：见工单starter与教师参考实现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logging三级：INFO/WARNING/ERROR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异常：预案思维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try放可能出错的代码，except按类型接住：FileNotFoundError文件缺失、ValueError转换失败。程序“摔跤”前先铺好垫子。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logging三级日志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INFO记录正常流、WARNING记录可疑数据、ERROR记录故障——比print强在：带时间戳、可分级过滤、能同时进文件。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配置双输出日志(控制台+文件)——应用：见工单starter与教师参考实现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捕获多类型异常并分级记录——应用：见工单starter与教师参考实现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输出采集统计(成功/跳过/失败)——应用：见工单starter与教师参考实现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脏数据写入bad_records备查——应用：见工单starter与教师参考实现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程序生病了怎么办（1）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异常的概念与常见类型：ValueError、FileNotFoundError、TypeError；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try/except/else/finally结构；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异常的捕获策略：精确捕获vs宽泛捕获；raise主动抛出。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关键代码：健壮读取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t, p = line.split(","); float(t); float(p)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log.info("第%d条成功:%s", i, line); ok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except ValueError: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log.warning("脏数据跳过:%r", line); skip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finally: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pass                       # 收尾:写统计/关资源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实施任务：工单0.5《健壮的工业数据采集程序》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logging三级日志(INFO/WARN/ERROR)配置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捕获FileNotFoundError/ValueError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finally完整结构1处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≥2种异常+基本日志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≥3种异常+日志可定位到行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故障注入体验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删数据文件触发异常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看日志ERROR行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恢复文件再跑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能读日志定位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基础捕获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捕获文件缺失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捕获转换错误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WARNING记录跳过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2异常+基本日志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完整健壮程序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日志双输出配置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try/except/finally完整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统计输出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3异常+finally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断点续采+bad_records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脏数据写csv备查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异常后从断点继续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日志带行号定位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3异常+可定位日志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脏数据自动写入bad_records.csv，附统计（成功/跳过/失败）)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logging三级日志(INFO/WARN/ERROR)配置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31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2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31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捕获FileNotFoundError/ValueError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7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7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6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finally完整结构1处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禁止裸except:——会吞掉Ctrl+C等一切异常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FileHandler加encoding='utf-8'防中文乱码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except里至少记ERROR，别pass装没事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裸except吞异常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连Ctrl+C都拦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写明异常类型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日志中文乱码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编码缺省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FileHandler(encoding='utf-8')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except里pass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错误被掩盖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至少log.error记录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运行时出现「裸except吞异常」，你的排查顺序是？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原因是连Ctrl+C都拦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完成工单项目0.5《健壮的工业数据采集程序》：及格标准处理≥2种异常+基本日志；优秀标准≥3种异常+try/except/finally完整+日志可追踪；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完成中期自评表与学习计划修订；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预习列表与字典容器。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正则解析报文键值对——应用：见工单starter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正则八块积木：\d \w [] + * 分别匹配什么？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