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开场30秒：本次课《设备什么时候该报警》，80分钟＝2课时×40分钟。课前已发工单+starter+微课知识卡，资讯·计划线上完成。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夜班险情：2号注塑机温度悄悄爬过95℃没人察觉，幸亏李姐巡逻撞见。王主任后怕：'机器得自己会喊疼。'——工单0.2a：写多级温度/压力告警判断，先让程序学会'什么时候该喊'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知识卡1：if/elif/else分支；缩进即语法——应用：见工单starter与教师参考实现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知识卡2：比较运算==/!=/&gt;=/&lt;=；=是赋值——应用：见工单starter与教师参考实现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知识卡3：and/or/not组合条件(加括号)——应用：if temp&gt;=80 and vib&gt;4.5: 报警——两个条件同时满足才触发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知识卡4：嵌套判断：先危险后预警的顺序——应用：先if level=='alarm'再if device=='PUMP'——先筛高危再定位设备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知识卡5：边界值：79.9/80/80.1三测法——应用：见工单starter与教师参考实现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知识卡6：告警分级：提示/警告/停机三级——应用：见工单starter与教师参考实现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现场演示《两级判断》：三步走——先整段跑通看结果，再逐行讲关键语句，最后现场改一个参数看输出变化（演10分钟的核心素材）。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工单发布话术：'精密制造事业部发来工单0.2a《工业实时告警系统Ⅰ》，及格线是≥，优秀线看A层标准'——念完发starter。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错误速查：现场演示第一条——制造「95分支永不执行」，带着学生按'现象→原因→解决'三步排查。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初来乍到，请多关照 | 预习知识点：字符串格式化(f-string/format)；运算符与表达式 | 课中检查知识点：能写出f'{dev}温度{temp:.1f}℃'；能区分==与is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设备什么时候该报警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第二周 · 第3次课（2课时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设备什么时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候该报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if/elif/else分支；缩进即语法——应用：见工单starter与教师参考实现 · 比较运算==/!=/&gt;=/&lt;=；=是赋值——应用：见工单starter与教师参考实现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and/or/not组合条件(加括号)——应用：if temp&gt;=80 and vib&gt;4.5: 报警——两个条件同时满足才触发 · 嵌套判断：先危险后预警的顺序——应用：先if level=='alarm'再if device=='PUMP'——先筛高危再定位设备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编写多级阈值判断逻辑——应用：见工单starter与教师参考实现 · 设计alarm告警函数——应用：见工单starter与教师参考实现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掌握if/elif/else条件判断结构；掌握逻辑运算符组合条件的方法；理解多级告警的业务分级逻辑。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能够编写含多条件嵌套判断的工业监测程序；能够设计≥1个告警函数；代码规范率≥70%。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培养严谨的逻辑思维（边界条件全覆盖），树立工业安全“宁可信其有”的告警意识。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temp=80时，‘temp&gt;=80’和‘temp&gt;80’结果分别是什么？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temp=80时，‘temp&gt;=80’和‘temp&gt;80’结果分别是什么？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=是赋值==是比较，条件里写=直接语法错误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夜班险情：2号注塑机温度悄悄爬过95℃没人察觉，幸亏李姐巡逻撞见。王主任后怕：'机器得自己会喊疼。'——工单0.2a：写多级温度/压力告警判断，先让程序学会'什么时候该喊'。</a:t>
            </a:r>
          </a:p>
        </p:txBody>
      </p:sp>
      <p:pic>
        <p:nvPicPr>
          <p:cNvPr id="9" name="Picture 8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if/elif/else分支；缩进即语法——应用：见工单starter与教师参考实现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比较运算==/!=/&gt;=/&lt;=；=是赋值——应用：见工单starter与教师参考实现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and/or/not组合条件(加括号)——应用：if temp&gt;=80 and vib&gt;4.5: 报警——两个条件同时满足才触发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嵌套判断：先危险后预警的顺序——应用：先if level=='alarm'再if device=='PUMP'——先筛高危再定位设备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边界值：79.9/80/80.1三测法——应用：见工单starter与教师参考实现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告警分级：提示/警告/停机三级——应用：见工单starter与教师参考实现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if/elif/else分支；缩进即语法——应用：见工单starter与教师参考实现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比较运算==/!=/&gt;=/&lt;=；=是赋值——应用：见工单starter与教师参考实现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and/or/not组合条件(加括号)——应用：if temp&gt;=80 and vib&gt;4.5: 报警——两个条件同时满足才触发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嵌套判断：先危险后预警的顺序——应用：先if level=='alarm'再if device=='PUMP'——先筛高危再定位设备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边界值：79.9/80/80.1三测法——应用：见工单starter与教师参考实现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if/elif/else的顺序艺术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先判危险（≥95停机）再判预警（≥80警告），顺序反了小值会“截胡”大值分支。elif互斥执行，命中即止。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and/or组合条件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温度≥80 且 压力≥0.96→紧急：t&gt;=80 and p&gt;=0.96。优先级记不住就加括号，可读性&gt;炫技。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编写多级阈值判断逻辑——应用：见工单starter与教师参考实现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设计alarm告警函数——应用：见工单starter与教师参考实现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边界五组全覆盖测试——应用：见工单starter与教师参考实现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用流程图先行梳理分支——应用：见工单starter与教师参考实现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设备什么时候该报警（1）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条件判断基础：if/elif/else结构与缩进块；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比较运算与逻辑运算：and、or、not组合条件；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嵌套判断与多级告警（提示/警告/停机）的业务逻辑；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演示：温度阈值判断、压力异常判断的实时告警程序。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关键代码：两级判断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if temp &gt;= 95: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alarm(3, f"温度{temp}℃超危险线，停机！")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elif temp &gt;= 80: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alarm(2, f"温度{temp}℃超预警线")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else: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alarm(1, "运行正常")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课堂教法：四步法（第1-6周）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时长/课时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原理+工业背景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实时代码演示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模仿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跟做保底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练习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独立+小步成功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第7周起切换为完整六步法（资讯·计划课前线上）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实施任务：工单0.2a《工业实时告警系统Ⅰ》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实现两级温度阈值判断(80/95℃)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设计alarm(level,msg)告警函数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边界五组测试(79.9/80/94.9/95/100)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≥2个if判断+1个告警函数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三级告警+边界全对+规范率≥85%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跟做改值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把80改成75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观察输出变化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能改阈值再跑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单级判断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温度≥80判断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输出告警信息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测试79.9/80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两组边界通过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两级判断完整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80/95双阈值判断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alarm函数封装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五组边界测试输出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边界五组通过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三级告警+去重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温度压力同时超限升紧急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同设备同级10秒去重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告警写alarm.log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边界全对+日志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实现三级告警+告警去重（同设备同级别10秒内只报一次）)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实现两级温度阈值判断(80/95℃)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设计alarm(level,msg)告警函数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边界五组测试(79.9/80/94.9/95/100)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=是赋值==是比较，条件里写=直接语法错误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边界值三测：79.9/80/80.1必做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elif顺序：范围大的判断放后面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95分支永不执行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elif顺序反了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先判危险再预警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=用在条件里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语法错误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改==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边界80落错分支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用了&gt;而非&gt;=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按需求选&gt;=/&gt;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运行时出现「95分支永不执行」，你的排查顺序是？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原因是elif顺序反了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提交物与评分（工单0.2a）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学号_姓名_0.2a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完成工单项目0.2（上）：实现≥2个if条件判断、设计≥1个告警函数；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手绘多级告警流程图一张并标注边界条件；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预习for/while循环结构。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下次课预告（第3周）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双层循环模拟多设备多周期——应用：见工单star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range(1,10,2)生成哪些数？死循环怎么避免？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