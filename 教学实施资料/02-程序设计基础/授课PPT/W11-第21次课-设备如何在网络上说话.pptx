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开场30秒：本次课《设备如何在网络上说话》，80分钟＝2课时×40分钟。课前已发工单+starter+微课知识卡，资讯·计划线上完成。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知识卡1：Modbus寄存器：40001-40005五测点——应用：见工单starter与教师参考实现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知识卡2：数值×10定点存储：678=67.8℃——应用：见工单starter与教师参考实现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知识卡3：pymodbus：read_holding_registers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知识卡4：MQTT主题：device/1/status路由——应用：见工单starter与教师参考实现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知识卡5：JSON消息含ts时间戳——应用：见工单starter与教师参考实现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知识卡6：排错三步：ping通→端口通→代码通——应用：见工单starter与教师参考实现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现场演示《采集+上报》：三步走——先整段跑通看结果，再逐行讲关键语句，最后现场改一个参数看输出变化（演10分钟的核心素材）。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工单发布话术：'精密制造事业部发来工单1.5《工业互联网数据采集系统》，及格线是M，优秀线看A层标准'——念完发starter。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错误速查：现场演示第一条——制造「连不上PLC」，带着学生按'现象→原因→解决'三步排查。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项目5 悦读启航，领悟人生 | 预习知识点：继承(子类/super)；多态初步 | 课中检查知识点：能写PLC子类继承Device；能说出继承复用的好处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设备如何在网络上说话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第十一周 · 第21次课（2课时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设备如何在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 · 数值×10定点存储：678=67.8℃——应用：见工单starter与教师参考实现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pymodbus：read_holding_registers · MQTT主题：device/1/status路由——应用：见工单starter与教师参考实现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 · paho-mqtt发布JSON消息——应用：见工单starter与教师参考实现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理解TCP/IP、HTTP、MQTT、Modbus协议的基础概念；掌握Socket编程基本方法；了解工业数据采集的报文结构。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能够完成Modbus连接读取与MQTT消息发布；能够编写完整的工业互联网数据采集系统；代码规范率≥90%。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建立网络通信的调试排障思维（连通性→配置→代码），培养工业现场“协议就是语言”的规范意识。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MQTT主题device/+/status中的+是什么意思？寄存器读数678代表多少℃？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pymodbus 3.x取数用rr.registers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数字化转型办终于把边缘网关接到了车间，Modbus口和MQTT通道都通了（本地模拟环境）。'最后一公里交给你。'——工单1.5：把设备数据从现场采上来、报上去；综合项目同步启动。</a:t>
            </a:r>
          </a:p>
        </p:txBody>
      </p:sp>
      <p:pic>
        <p:nvPicPr>
          <p:cNvPr id="9" name="Picture 8" descr="W1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排错三步：ping通→端口通→代码通——应用：见工单starter与教师参考实现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Modbus寄存器：40001-40005五测点——应用：见工单starter与教师参考实现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数值×10定点存储：678=67.8℃——应用：见工单starter与教师参考实现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pymodbus：read_holding_registers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MQTT主题：device/1/status路由——应用：见工单starter与教师参考实现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JSON消息含ts时间戳——应用：见工单starter与教师参考实现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Modbus寄存器模型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PLC数据放40001-40005保持寄存器：温度/压力/振动/转速/状态。读功能码03，数值×10定点存储——678=67.8℃。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MQTT发布订阅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不直连而是发到“主题”device/1/status；订阅者按主题收——设备与平台解耦，工业上广泛使用。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连接虚拟PLC读取寄存器——应用：见工单starter与教师参考实现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paho-mqtt发布JSON消息——应用：见工单starter与教师参考实现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异常重试与日志记录——应用：见工单starter与教师参考实现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订阅回环验证消息到达——应用：见工单starter与教师参考实现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设备如何在网络上说话（1）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网络基础：IP地址、端口、TCP/IP模型；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工业协议概览：HTTP、MQTT发布-订阅模式、Modbus寄存器概念；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Socket编程：TCP客户端/服务端（echo演练）。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关键代码：采集+上报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rr = c.read_holding_registers(address=0, count=5)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vals = rr.registers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data = {n: v/10 for n, v in zip(NAMES[:4], vals[:4])}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payload = json.dumps({"device_id":"DEV-1",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"ts": time.strftime("%H:%M:%S"), "metrics":data},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ensure_ascii=False)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mq.publish("device/1/status", payload)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决策：轮询间隔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间隔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数据量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实时性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1s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2s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5s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实施任务：工单1.5《工业互联网数据采集系统》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启动虚拟产线并--check连通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pymodbus读40001-05并÷10还原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每2秒×5轮采集(JSON含ts)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Modbus读+MQTT发布成功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5轮完整+JSON规范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模拟器体验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--check连通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换5021再读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记录两台数据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能改端口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单次采集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连PLC读一次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打印还原值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单条MQTT发布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能读出数值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五轮采集上报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读5寄存器÷10还原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5轮循环采集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MQTT发布JSON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JSON结构规范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回环验证+重连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订阅自己主题打印回执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断线重试逻辑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消息结构优化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规范率≥90%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订阅自己的主题做回环验证（on_message打印回执）)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启动虚拟产线并--check连通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pymodbus读40001-05并÷10还原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每2秒×5轮采集(JSON含ts)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pymodbus 3.x取数用rr.registers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先启动虚拟产线再跑程序（--check自检）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JSON上报带ts时间戳字段，规范消息结构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连不上PLC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先跑虚拟产线--check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数值大10倍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忘了÷10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寄存器定点换算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publish后无消息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立刻退出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sleep 0.3再退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运行时出现「连不上PLC」，你的排查顺序是？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原因是模拟器没启动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提交物与评分（工单1.5）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学号_姓名_1.5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完成工单项目1.5《工业互联网数据采集系统》：及格标准Modbus读取+MQTT发布基本工作；优秀标准采集完整+消息规范+异常处理完善+规范率≥90%；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完成综合项目需求分析与分工计划；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复习全课程知识清单，准备综合项目答辩。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按checklist完成终验自查——应用：见工单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checklist三清单(功能/规范/演示)你组还差哪几项？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