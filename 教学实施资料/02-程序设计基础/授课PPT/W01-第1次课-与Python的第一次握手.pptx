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开场30秒：本次课《与Python的第一次握手》，80分钟＝2课时×40分钟。课前已发工单+starter+微课知识卡，资讯·计划线上完成。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入职第一天，王主任把小郑领到中控室：'十台注塑机的铭牌参数还在Excel里躺了三年。'你的第一份工作不是写大程序——工单0.1：用Python把设备参数存进程序、打出一张像样的数字台账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知识卡1：变量=给值贴标签；动态类型随值走——应用：dev_code='PUMP-03'; temp=78.5; print(type(temp))→&lt;class 'float'&gt;，同一变量可随时换类型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知识卡2：四种基本类型：int/float/str/bool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知识卡3：type()查看类型；int('36')显式转换——应用：isinstance(temp,float)做类型守卫防传入字符串温度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知识卡4：f-string格式化：f"温度{t:.1f}℃"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知识卡5：单位换算公式：F=C*9/5+32；MPa=kPa/1000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知识卡6：PEP 8启蒙：snake_case命名+4空格缩进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现场演示《台账卡输出》：三步走——先整段跑通看结果，再逐行讲关键语句，最后现场改一个参数看输出变化（演10分钟的核心素材）。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工单发布话术：'精密制造事业部发来工单0.1《设备参数初始化系统》，及格线是≥，优秀线看A层标准'——念完发starter。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错误速查：现场演示第一条——制造「SyntaxError」，带着学生按'现象→原因→解决'三步排查。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初来乍到，请多关照 | 预习知识点：Python开发环境安装(IDE/解释器)；print与input；变量与基本数据类型 | 课中检查知识点：能独立打开IDE并运行print('hello')；能说出int/float/str的区别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与Python的第一次握手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第一周 · 第1次课（2课时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与Pyth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on的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变量=给值贴标签；动态类型随值走——应用：dev_code='PUMP-03'; temp=78.5; print(type(temp))→&lt;class 'float'&gt;，同一变量可随时换类型 · 四种基本类型：int/float/str/bool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type()查看类型；int('36')显式转换——应用：isinstance(temp,float)做类型守卫防传入字符串温度 · f-string格式化：f"温度{t:.1f}℃"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安装Python与PyCharm CE并运行首程序——应用：见工单starter与教师参考实现 · 定义多类型变量并格式化输出台账卡——应用：见工单starter与教师参考实现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掌握Python开发环境搭建方法；掌握变量、基本数据类型与运算符的使用；理解动态类型语言的特点。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能够独立搭建Python开发环境并运行程序；能够编写50-100行的设备参数初始化程序；代码规范率≥70%。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建立对编程工具的信心与兴趣，养成规范命名、及时保存的编码习惯，树立“代码即工程文件”的意识。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温度用int还是float？为什么？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温度用int还是float？为什么？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中文引号/冒号会报SyntaxError——用英文标点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入职第一天，王主任把小郑领到中控室：'十台注塑机的铭牌参数还在Excel里躺了三年。'你的第一份工作不是写大程序——工单0.1：用Python把设备参数存进程序、打出一张像样的数字台账。</a:t>
            </a:r>
          </a:p>
        </p:txBody>
      </p:sp>
      <p:pic>
        <p:nvPicPr>
          <p:cNvPr id="9" name="Picture 8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变量=给值贴标签；动态类型随值走——应用：dev_code='PUMP-03'; temp=78.5; print(type(temp))→&lt;class 'float'&gt;，同一变量可随时换类型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四种基本类型：int/float/str/bool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type()查看类型；int('36')显式转换——应用：isinstance(temp,float)做类型守卫防传入字符串温度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f-string格式化：f"温度{t:.1f}℃"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单位换算公式：F=C*9/5+32；MPa=kPa/1000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PEP 8启蒙：snake_case命名+4空格缩进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变量=给值贴标签；动态类型随值走——应用：dev_code='PUMP-03'; temp=78.5; print(type(temp))→&lt;class 'float'&gt;，同一变量可随时换类型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四种基本类型：int/float/str/bool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type()查看类型；int('36')显式转换——应用：isinstance(temp,float)做类型守卫防传入字符串温度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f-string格式化：f"温度{t:.1f}℃"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单位换算公式：F=C*9/5+32；MPa=kPa/1000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变量=贴标签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变量是给值起名字：device_id="DEV-001"。Python是动态类型——类型跟着值走，type()随时可查；int整型/float浮点/str文本/bool真假四类常用。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f-string格式化输出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f"温度{temp:.1f}℃"：冒号后控制格式（.1f一位小数、&gt;6右对齐）。台账卡对齐美观全靠它。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安装Python与PyCharm CE并运行首程序——应用：见工单starter与教师参考实现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定义多类型变量并格式化输出台账卡——应用：见工单starter与教师参考实现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完成单位换算并保留小数——应用：见工单starter与教师参考实现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按规范命名并添加关键注释——应用：见工单starter与教师参考实现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与Python的第一次握手（1）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开发环境搭建：Python 3.12+安装、PyCharm CE/PyCharm配置、交互式解释器（REPL）初体验；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Python基本语法：注释、缩进规则、语句与表达式；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变量与数据类型：int、float、str、bool的定义与转换；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基本运算：算术运算符、比较运算符、赋值运算符；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工业应用场景：设备参数初始化（设备ID、名称、工作状态、温度的存储与输出）。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关键代码：台账卡输出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device_id = "DEV-2026-001"; name = "智能注塑机"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temp = 56.5; press_kpa = 450.0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print(f"编号:{device_id}\n名称:{name}")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print(f"温度:{temp:.1f}℃ ({temp*9/5+32:.1f}℉)")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print(f"压力:{press_kpa/1000:.2f}MPa")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课堂教法：四步法（第1-6周）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时长/课时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原理+工业背景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实时代码演示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跟做保底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练习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独立+小步成功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第7周起切换为完整六步法（资讯·计划课前线上）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实施任务：工单0.1《设备参数初始化系统》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定义≥6变量≥3种数据类型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f-string输出“设备台账卡”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完成单位换算(℃→℉/kPa→MPa)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≥6变量、≥3类型、规范率≥70%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≥8变量、4类型、换算≥2处、规范率≥90%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首程序仪式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运行w01示例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改一个变量值再跑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截图打卡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Hello World跑通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基础台账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定义6个变量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print逐项输出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完成1处换算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6变量3类型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完整台账卡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定义8个变量覆盖4类型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f-string对齐输出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完成℃→℉与kPa→MPa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8变量+2处换算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输入校验+多行台账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input录入并校验范围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循环输出多设备台账卡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加单位换算双项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8变量4类型+校验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用input()录入参数并加范围校验（超出提示重输）)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定义≥6变量≥3种数据类型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f-string输出“设备台账卡”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完成单位换算(℃→℉/kPa→MPa)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中文引号/冒号会报SyntaxError——用英文标点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temp=36.5是赋值，temp==36.5是比较，别混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input()返回的都是字符串，算术前要转换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SyntaxError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中文标点/冒号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全用英文标点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NameError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拼写不一致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搜索变量名核对大小写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f-string原样输出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少了f前缀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加f前缀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运行时出现「SyntaxError」，你的排查顺序是？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原因是中文标点/冒号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完成工单项目0.1《设备参数初始化系统》：及格标准定义≥6个变量、≥3种数据类型、规范率≥70%；优秀标准≥8个变量、4种类型、含单位换算与注释、规范率≥90%；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完成环境搭建截图与第一个Hello World程序；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预习条件判断（if/elif/else）。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编写多级阈值判断逻辑——应用：见工单starte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temp=80时，‘temp&gt;=80’和‘temp&gt;80’结果分别是什么？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