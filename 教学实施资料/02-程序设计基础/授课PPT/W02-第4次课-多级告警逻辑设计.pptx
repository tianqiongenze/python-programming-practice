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开场30秒：本次课《多级告警逻辑设计》，80分钟＝2课时×40分钟。课前已发工单+starter+微课知识卡，资讯·计划线上完成。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知识卡1：if/elif/else分支；缩进即语法——应用：见工单starter与教师参考实现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知识卡2：比较运算==/!=/&gt;=/&lt;=；=是赋值——应用：见工单starter与教师参考实现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知识卡3：and/or/not组合条件(加括号)——应用：if temp&gt;=80 and vib&gt;4.5: 报警——两个条件同时满足才触发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知识卡4：嵌套判断：先危险后预警的顺序——应用：先if level=='alarm'再if device=='PUMP'——先筛高危再定位设备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知识卡5：边界值：79.9/80/80.1三测法——应用：见工单starter与教师参考实现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知识卡6：告警分级：提示/警告/停机三级——应用：见工单starter与教师参考实现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多级告警逻辑设计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多级告警逻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辑设计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函数定义放循环外，别在循环里重复定义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告警分级：提示/警告/停机三级——应用：见工单starter与教师参考实现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函数：打包重复逻辑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def alarm(level, msg):把“格式化+打印”封装，调用三行变一行。参数是输入，return是输出——数据流要能说清。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边界测试清单法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把79.9/80/94.9/95/100做成列表循环验证，输出对照表——这就是最小单元测试雏形。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多级告警逻辑设计（1）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工业实时告警场景分析：阈值设定、告警分级、响应措施；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工单项目0.2（上）实操：实现≥2个if条件判断的设备监测程序；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常见错误预防：缩进错误、条件覆盖遗漏、“=”与“==”混淆。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温度+压力组合条件(and/or加括号)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同时超限升级“紧急”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整理边界条件覆盖表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嵌套清晰；边界表完整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为alarm加日志级别参数，输出同时写文件alarm.log)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温度+压力组合条件(and/or加括号)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同时超限升级“紧急”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整理边界条件覆盖表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函数定义放循环外，别在循环里重复定义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return没写=返回None，打印结果注意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日志时间戳用time.strftime('%H:%M:%S')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运行时出现「95分支永不执行」，你的排查顺序是？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