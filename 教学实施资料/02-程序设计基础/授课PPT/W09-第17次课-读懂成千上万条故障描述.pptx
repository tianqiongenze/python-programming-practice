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开场30秒：本次课《读懂成千上万条故障描述》，80分钟＝2课时×40分钟。课前已发工单+starter+微课知识卡，资讯·计划线上完成。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情境说书（30秒，口头讲，不必逐字念）：月底设备分析会，王主任要'一页纸看清故障规律'。半年的报修单有几百条文字——工单1.3：分词+词云，让文字变成一眼可读的图。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知识卡1：pip安装与离线whl安装——应用：见工单starter与教师参考实现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知识卡2：jieba.cut精确分词——应用：见工单starter与教师参考实现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知识卡3：停用词过滤提升信噪比——应用：见工单starter与教师参考实现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知识卡4：Counter词频统计most_common——应用：见工单starter与教师参考实现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知识卡5：TF-IDF关键词：专属词升权——应用：见工单starter与教师参考实现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知识卡6：wordcloud需font_path指定中文字体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现场演示《词云核心》：三步走——先整段跑通看结果，再逐行讲关键语句，最后现场改一个参数看输出变化（演10分钟的核心素材）。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工单发布话术：'精密制造事业部发来工单1.3《工业故障分析报告生成系统》，及格线是分，优秀线看A层标准'——念完发starter。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错误速查：现场演示第一条——制造「中文变方块」，带着学生按'现象→原因→解决'三步排查。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预习知识点：文件读写(open/with)；CSV/文本处理 | 课中检查知识点：能with open读写设备日志文件；能逐行解析CSV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读懂成千上万条故障描述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第九周 · 第17次课（2课时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读懂成千上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万条故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 · jieba.cut精确分词——应用：见工单starter与教师参考实现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停用词过滤提升信噪比——应用：见工单starter与教师参考实现 · Counter词频统计most_common——应用：见工单starter与教师参考实现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 · 生成词云与Top10柱状图——应用：见工单starter与教师参考实现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掌握pip安装第三方库的方法；掌握jieba分词与关键词提取；理解词云可视化的原理与配置。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能够完成“文本→分词→关键词→词云”的完整分析链路；能够结合matplotlib呈现分析结果；代码规范率≥85%。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体会数据可视化对管理决策的沟通价值，培养从数据中提炼洞察的分析习惯。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词云中文变方块的原因？如何解决？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词云中文变方块的原因？如何解决？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词云必须font_path指定中文字体，否则方块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月底设备分析会，王主任要'一页纸看清故障规律'。半年的报修单有几百条文字——工单1.3：分词+词云，让文字变成一眼可读的图。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jieba.cut精确分词——应用：见工单starter与教师参考实现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停用词过滤提升信噪比——应用：见工单starter与教师参考实现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Counter词频统计most_common——应用：见工单starter与教师参考实现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TF-IDF关键词：专属词升权——应用：见工单starter与教师参考实现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wordcloud需font_path指定中文字体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jieba.cut精确分词——应用：见工单starter与教师参考实现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停用词过滤提升信噪比——应用：见工单starter与教师参考实现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Counter词频统计most_common——应用：见工单starter与教师参考实现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TF-IDF关键词：专属词升权——应用：见工单starter与教师参考实现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pip与第三方库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pip install jieba装库；离线机房用--no-index --find-links=offline_wheels从本地包安装。import失败先查环境。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分词与停用词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jieba.cut精确模式切词；'的/了/请尽快'这类无信息词过滤掉，否则词频榜被虚词霸占。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生成词云与Top10柱状图——应用：见工单starter与教师参考实现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extract_tags提取关键词——应用：见工单starter与教师参考实现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撰写数据支撑的故障洞察——应用：见工单starter与教师参考实现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读懂成千上万条故障描述（1）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第三方库的安装：pip工具与镜像源配置；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jieba中文分词：精确模式、全模式、搜索引擎模式；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关键词提取：jieba.analyse（TF-IDF原理直观介绍）。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关键代码：词云核心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words = [w for t in texts for w in jieba.cut(t)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if w not in STOP and len(w) &gt; 1]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wordcloud import WordCloud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wc = WordCloud(font_path="../教学实施资料/fonts/SourceHanSansCN-Regular.otf", width=800,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height=400, background_color="white")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wc.generate(" ".join(words)); wc.to_file("cloud.png")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决策：分词调优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手段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效果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成本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停用词表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自定义词典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实施任务：工单1.3《工业故障分析报告生成系统》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pip离线装jieba/wordcloud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分词+停用词过滤+词频统计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Top10柱状图(matplotlib)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分词正确+词云生成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停用词得当；词频图正确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分词观察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运行分词示例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加停用词再跑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对比两次Top词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能读Top10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词云生成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jieba分词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Counter统计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wordcloud出图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能出cloud.png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词云+词频+关键词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分词停用词管线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词云+柱状图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extract_tags Top20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三件产出齐全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分组对比词云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按系统分组两朵词云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对比Top词差异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150字洞察结论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洞察有数字支撑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按系统分组做对比词云（传动vs电气），洞察差异)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pip离线装jieba/wordcloud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分词+停用词过滤+词频统计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Top10柱状图(matplotlib)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词云必须font_path指定中文字体，否则方块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Counter(words).most_common(10)快速Top10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plt.rcParams设置SimHei让图表中文正常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中文变方块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没指定字体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font_path必填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Top10全是虚词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停用词未滤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扩STOP表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frequencies用错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传参类型错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generate吃文本串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运行时出现「中文变方块」，你的排查顺序是？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原因是没指定字体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完成工单项目1.3《工业故障分析报告生成系统》：及格标准正确分词+生成词云；优秀标准分词准确+词云美观+洞察深入+规范率≥90%；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撰写200字故障规律分析结论；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预习Pillow图像处理基础。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图像缩放与缺陷框标注——应用：见工单starte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PDF坐标系原点在哪个角？中文字体为什么要注册？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