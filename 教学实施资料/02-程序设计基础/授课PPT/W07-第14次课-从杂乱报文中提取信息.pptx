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开场30秒：本次课《从杂乱报文中提取信息》，80分钟＝2课时×40分钟。课前已发工单+starter+微课知识卡，资讯·计划线上完成。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知识卡1：列表有序可重复；字典键值O(1)查——应用：见工单starter与教师参考实现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知识卡2：集合自动去重；元组不可变——应用：见工单starter与教师参考实现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知识卡3：正则八积木：\d \w + * [] ()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知识卡4：re.match/findall/search三方法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知识卡5：r前缀防转义：r'DEV-\d+'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知识卡6：统一schema：多源输入→标准字典——应用：见工单starter与教师参考实现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从杂乱报文中提取信息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从杂乱报文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中提取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strip()去首尾空格，否则键名带空格查不到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统一schema：多源输入→标准字典——应用：见工单starter与教师参考实现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三种报文统一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报文/CSV/JSON各自解析后都映射到{device_id, metrics{}}标准结构——“适配器”思想：多源输入、统一输出。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决策矩阵实战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容器选型逐格打分再定方案，结论写进工单——工程决策要留痕，拍脑袋不可复现。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从杂乱报文中提取信息（1）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字符串处理：split/join/strip/replace；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正则表达式基础：re.match、re.search、re.findall、常用模式（数字、字母、中文）；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工单项目1.1实操：编写工业数据格式转换工具（正则提取关键字段+容器组织数据）；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综合演练：解析“设备ID:压力值:状态”格式的报文串。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批量转换文件并统计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异常报文(缺字段/乱序)容错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决策矩阵拍照入工单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批量转换+统计+规范率≥90%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转换器做成命令行工具：python conv.py input.txt --fmt=csv)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批量转换文件并统计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异常报文(缺字段/乱序)容错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决策矩阵拍照入工单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strip()去首尾空格，否则键名带空格查不到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JSON的json.loads只吃合法串，先判空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批量转换输出统计：成功/失败计数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运行时出现「正则把整行吞了」，你的排查顺序是？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