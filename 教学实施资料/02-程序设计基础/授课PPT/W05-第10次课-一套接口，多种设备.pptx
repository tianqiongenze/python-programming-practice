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开场30秒：本次课《一套接口，多种设备》，80分钟＝2课时×40分钟。课前已发工单+starter+微课知识卡，资讯·计划线上完成。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讲10→演10→模仿10→练习10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情境说书（30秒，口头讲，不必逐字念）：新采购的PLC和变频器到了，王主任要求新旧设备统一管理。'都是设备，但脾气不同。'——工单0.4：用继承体系让PLC、变频器各展所长又统一调度。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知识卡1：继承：子类复用父类成员(is-a关系)——应用：见工单starter与教师参考实现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知识卡2：super().__init__()先完成父类初始化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知识卡3：覆盖：子类同名方法优先执行——应用：见工单starter与教师参考实现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知识卡4：多态：统一接口、不同行为——应用：见工单starter与教师参考实现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知识卡5：isinstance/issubclass类型判断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知识卡6：docstring：类与方法一行说明——应用：见工单starter与教师参考实现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现场演示《继承+覆盖》：三步走——先整段跑通看结果，再逐行讲关键语句，最后现场改一个参数看输出变化（演10分钟的核心素材）。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工单发布话术：'精密制造事业部发来工单0.4《工业设备继承体系》，及格线是1，优秀线看A层标准'——念完发starter。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错误速查：现场演示第一条——制造「父类属性丢失」，带着学生按'现象→原因→解决'三步排查。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项目3 砥砺奋斗，成就精彩 | 预习知识点：函数定义与调用；参数与返回值；局部/全局变量 | 课中检查知识点：能封装告警判断为函数；能说明return的作用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一套接口，多种设备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第五周 · 第10次课（2课时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CE（全程主编辑器）+ Jupyter（每周notebook）+ Git/GitHub（每周提交）</a:t>
            </a:r>
          </a:p>
        </p:txBody>
      </p:sp>
      <p:pic>
        <p:nvPicPr>
          <p:cNvPr id="7" name="Picture 6" descr="W5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四步法节奏：讲-演-模仿-练习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讲10′+演10′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基础知识大卡+现场演示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模仿与练习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10′+10′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跟做保底→独立完成（工单分层）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45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45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课程定位：Python编程基础（课程标准摘录）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199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0" y="184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专业核心基础课：面向零基础新生的编程第一课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4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74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0000" y="298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0" y="283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工业数据采集技术员、边缘计算运维、平台运维员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3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3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0000" y="397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0000" y="382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Python开发（工信部）、AI应用实践、企业应用实施工程师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2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2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0000" y="496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0000" y="481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前：计算机文化基础 → 本课(第1-12周) → 后：AI应用基础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45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一套接口，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多种设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继承：子类复用父类成员(is-a关系)——应用：见工单starter与教师参考实现 · super().__init__()先完成父类初始化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覆盖：子类同名方法优先执行——应用：见工单starter与教师参考实现 · 多态：统一接口、不同行为——应用：见工单starter与教师参考实现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构建基类+两子类继承体系——应用：见工单starter与教师参考实现 · 覆盖start并调用super协作——应用：见工单starter与教师参考实现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45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45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复习检查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课前5分钟：代码听写/找错微练习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18min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精讲原理与工业应用背景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18min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教师实时代码演示（关键步骤慢放）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模仿·练习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31min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跟做→独立完成小任务（人人有产出）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8min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当堂评分 + 避坑清单更新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共80分钟（四步法）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45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45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45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掌握继承的基本语法与方法覆盖；理解多态的实现机制；了解封装与访问控制约定。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能够设计基类与子类继承体系并演示多态调用；能够编写含docstring的规范代码；代码规范率≥80%。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理解“复用与扩展”的系统思维，认识代码复用在大型工业系统中的维护价值。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45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‘车间’应该继承Device吗？为什么？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预习微课已观看；跟打练习截图已交；PyCharm CE环境正常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45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‘车间’应该继承Device吗？为什么？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多态失效多半是方法名拼错（Start≠start）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45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新采购的PLC和变频器到了，王主任要求新旧设备统一管理。'都是设备，但脾气不同。'——工单0.4：用继承体系让PLC、变频器各展所长又统一调度。</a:t>
            </a:r>
          </a:p>
        </p:txBody>
      </p:sp>
      <p:pic>
        <p:nvPicPr>
          <p:cNvPr id="9" name="Picture 8" descr="W5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45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45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继承：子类复用父类成员(is-a关系)——应用：见工单starter与教师参考实现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45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super().__init__()先完成父类初始化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45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覆盖：子类同名方法优先执行——应用：见工单starter与教师参考实现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45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多态：统一接口、不同行为——应用：见工单starter与教师参考实现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45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isinstance/issubclass类型判断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45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docstring：类与方法一行说明——应用：见工单starter与教师参考实现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45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继承：子类复用父类成员(is-a关系)——应用：见工单starter与教师参考实现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super().__init__()先完成父类初始化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覆盖：子类同名方法优先执行——应用：见工单starter与教师参考实现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多态：统一接口、不同行为——应用：见工单starter与教师参考实现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isinstance/issubclass类型判断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45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多态统一调度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devices=[PLC,VFD,Device]循环调start()——调度方不关心具体类型，新增子类不用改调度代码。这就是大型系统的扩展之道。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isinstance类型检查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isinstance(d,PLC)判断真实类型，issubclass看类间关系——调试继承体系的好帮手。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45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构建基类+两子类继承体系——应用：见工单starter与教师参考实现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覆盖start并调用super协作——应用：见工单starter与教师参考实现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循环统一调用演示多态——应用：见工单starter与教师参考实现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绘制继承体系类图——应用：见工单starter与教师参考实现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45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一套接口，多种设备（1）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多态：统一接口调用不同子类对象；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工单项目0.4实操：设计设备基类+≥2个子类，实现继承与方法覆盖，演示多态调用；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issubclass/isinstance类型判断；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代码规范：docstring文档字符串规范（目标规范率80%）。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45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关键代码：继承+覆盖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class PLC(Device):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def __init__(self, dev_id, name, scan_ms=10):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super().__init__(dev_id, name)   # 父类先初始化!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self.scan_ms = scan_ms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def start(self):                     # 覆盖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super().start()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print(f"  扫描周期:{self.scan_ms}ms")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45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课堂教法四步法（每课时40分钟）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25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讲10min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496000" y="2600000"/>
            <a:ext cx="25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演10min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6000" y="2600000"/>
            <a:ext cx="25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模仿10min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96000" y="2600000"/>
            <a:ext cx="25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练习10min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PRIMM融合：预测→运行→研究→修改→创造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45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45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45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课堂教法：四步法（第1-6周）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时长/课时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要点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原理+工业背景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实时代码演示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模仿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跟做保底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练习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独立+小步成功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第7周起切换为完整六步法（资讯·计划课前线上）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45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实施任务：工单0.4《工业设备继承体系》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多态演练: 循环调用所有设备start()观察差异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isinstance/issubclass类型判断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绘制继承体系类图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1基类+2子类+覆盖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多态演示清晰；is-a判断正确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45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继承体验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运行多态示例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换一种设备再跑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口述谁继承谁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能复述is-a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45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单子类继承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PLC继承Device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super().__init__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新增一个属性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继承与super正确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45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两子类覆盖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PLC子类+scan_ms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覆盖start带扫描周期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循环调用看多态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docstring齐全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45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三子类+类图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加Sensor子类calibrate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总控台统一启停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类图绘制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多态清晰+is-a判断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用多态写“设备总控台”：一键启停全部设备并输出状态报表)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45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多态演练: 循环调用所有设备start()观察差异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isinstance/issubclass类型判断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绘制继承体系类图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多态失效多半是方法名拼错（Start≠start）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VFD.set_freq要限制0-50Hz并给出提示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docstring每个类/方法一行，从今天成习惯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45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父类属性丢失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忘调super().__init__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补上super调用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多态失效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方法名大小写不一致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与父类完全同名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为继承而继承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车间不是设备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is-a不成立就不继承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45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运行时出现「父类属性丢失」，你的排查顺序是？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原因是忘调super().__init__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45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45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45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提交物与评分（工单0.4）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学号_姓名_0.4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45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完成工单项目0.4《工业设备继承体系》：及格标准1基类+2子类+继承覆盖；优秀标准≥3子类、多态演示清晰、含docstring、规范率≥90%；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绘制本周设备继承体系类图；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预习异常处理机制。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45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工匠精神：规范命名、及时保存、报错必究的编码习惯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工程伦理：数据安全与隐私保护, 不抄代码、引用注明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协作素养：ABCD角色轮换履职, 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45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45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45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下次课预告（第6周）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配置双输出日志(控制台+文件)——应用：见工单s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finally块无论是否异常都执行吗？裸except为什么禁止？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