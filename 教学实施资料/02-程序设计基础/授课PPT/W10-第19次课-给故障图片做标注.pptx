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开场30秒：本次课《给故障图片做标注》，80分钟＝2课时×40分钟。课前已发工单+starter+微课知识卡，资讯·计划线上完成。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知识卡1：Pillow：open/copy/resize/draw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知识卡2：rectangle画框[x1,y1,x2,y2]——应用：见工单starter与教师参考实现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知识卡3：reportlab三件：Paragraph/Image/Table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知识卡4：中文字体注册TTFont后setFont——应用：见工单starter与教师参考实现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知识卡5：四段式日报：概览/分析/异常/附表——应用：见工单starter与教师参考实现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知识卡6：信息层级：结论先行——应用：见工单starter与教师参考实现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给故障图片做标注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中文字体必须pdfmetrics.registerFont(TTFont)注册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信息层级：结论先行——应用：见工单starter与教师参考实现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rectangle画框[x1,y1,x2,y2]——应用：见工单starter与教师参考实现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reportlab三件：Paragraph/Image/Table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中文字体注册TTFont后setFont——应用：见工单starter与教师参考实现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四段式日报：概览/分析/异常/附表——应用：见工单starter与教师参考实现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Pillow画框三步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Image.open→copy()副本上Draw→rectangle+text。在原图直接画会污染原图——副本意识。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reportlab三大件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Paragraph段落、Image图片、Table表格——SimpleDocTemplate把它们按story列表排版，A4页边距自定。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给故障图片做标注（1）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Pillow图像基础：打开、保存、尺寸、缩放、裁剪；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图像增强：亮度、对比度调整；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ImageDraw绘制标注：缺陷区域画框、文字标注。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决策：日报版式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标注图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统计表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结论段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Pillow缩放统一尺寸+红框标注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reportlab注册SimHei中文字体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PDF: 标题+结论+图+表(SimpleTable)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图文表三要素+排版规范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报告加封面页（标题/日期/组名）与页码，达到“可直接上交”水准)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Pillow缩放统一尺寸+红框标注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reportlab注册SimHei中文字体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PDF: 标题+结论+图+表(SimpleTable)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中文字体必须pdfmetrics.registerFont(TTFont)注册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画框坐标是[x1,y1,x2,y2]不是x,y,w,h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文字画在框上方y-14，别压住缺陷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运行时出现「PDF中文空白」，你的排查顺序是？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