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开场30秒：本次课《给设备装上行为》，80分钟＝2课时×40分钟。课前已发工单+starter+微课知识卡，资讯·计划线上完成。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知识卡1：类=图纸；实例=按图纸造的产品——应用：见工单starter与教师参考实现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知识卡2：__init__构造方法；self=实例自身——应用：见工单starter与教师参考实现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知识卡3：实例属性写__init__内(独立内存)——应用：见工单starter与教师参考实现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知识卡4：方法=类内函数；d.start()即调用——应用：见工单starter与教师参考实现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知识卡5：__str__让print(对象)可读——应用：见工单starter与教师参考实现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知识卡6：状态校验：非法迁移要拒绝——应用：见工单starter与教师参考实现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现场演示《设备类骨架》：三步走——先整段跑通看结果，再逐行讲关键语句，最后现场改一个参数看输出变化（演10分钟的核心素材）。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错误速查：现场演示第一条——制造「漏self」，带着学生按'现象→原因→解决'三步排查。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给设备装上行为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给设备装上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 · __init__构造方法；self=实例自身——应用：见工单starter与教师参考实现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 · 方法=类内函数；d.start()即调用——应用：见工单starter与教师参考实现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 · 创建多实例并演示属性隔离——应用：见工单starter与教师参考实现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理解类与对象的基本概念；掌握属性与方法的定义；掌握__init__构造方法与self的含义。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能够独立设计包含≥2个属性、≥2个方法的设备类；能够创建对象实例并调用方法；代码规范率≥75%。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建立“数据与行为封装”的抽象思维，体会对象建模在工业系统中的组织价值。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属性为什么必须写在__init__里？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属性为什么必须写在__init__里？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方法内改属性用self.status=，别拼错属性名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状态校验：非法迁移要拒绝——应用：见工单starter与教师参考实现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类=图纸；实例=按图纸造的产品——应用：见工单starter与教师参考实现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__init__构造方法；self=实例自身——应用：见工单starter与教师参考实现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实例属性写__init__内(独立内存)——应用：见工单starter与教师参考实现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方法=类内函数；d.start()即调用——应用：见工单starter与教师参考实现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__str__让print(对象)可读——应用：见工单starter与教师参考实现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状态校验逻辑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start前查status：已运行则提示“请勿重复启动”。工业软件的健壮性从“不允许非法状态迁移”开始。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对象独立内存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d1、d2各改各的状态互不影响——每个实例有独立属性空间，用id()函数可见。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设计Device类(属性+方法)——应用：见工单starter与教师参考实现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创建多实例并演示属性隔离——应用：见工单starter与教师参考实现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实现启停状态校验逻辑——应用：见工单starter与教师参考实现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用id()观察对象独立性——应用：见工单starter与教师参考实现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给设备装上行为（1）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设备类设计：Device类（ID、名称、状态、温度属性；启动、停止、获取状态方法）；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工单项目0.3实操：创建多个设备对象实例，演示属性访问与方法调用；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面向对象价值讨论：为什么工业系统偏爱OOP（可扩展、易维护）；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本周不讲继承与多态，专注基本类设计（重点标注）。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关键代码：设备类骨架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temp=25.0):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self.dev_id, self.name, self.temp = dev_id, name, temp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"停止"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self.status == "运行":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print(f"{self.name}已在运行"); return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self.status = "运行"; print(f"{self.name}启动成功")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方法含状态校验(重复启动提示)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print(对象)输出可读信息(__str__)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对象内存图手绘(id观察)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状态校验完善；内存图正确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对象体验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再建一个对象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观察互不影响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能调用方法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最小类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补全__init__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创建1实例调用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1属性1方法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标准设备类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完成Device类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创建2实例调用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get_status输出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2属性2方法2实例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__str__+运行时长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实现__str__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start/stop时间差统计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输出设备报表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3属性3方法+docstring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给Device加运行时长统计（start/stop时间差），输出设备报表)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方法含状态校验(重复启动提示)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print(对象)输出可读信息(__str__)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对象内存图手绘(id观察)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方法内改属性用self.status=，别拼错属性名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get_status返回字符串而不是直接print——调用方决定怎么用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布尔状态可用字符串'运行'/'停止'，直观优先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方法第一参数写self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属性被共享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属性写在类体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移入__init__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d.start无输出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少了括号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d.start()才调用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运行时出现「漏self」，你的排查顺序是？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原因是调用报参数多一个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