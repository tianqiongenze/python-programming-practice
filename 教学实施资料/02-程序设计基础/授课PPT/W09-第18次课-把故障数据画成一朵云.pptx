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开场30秒：本次课《把故障数据画成一朵云》，80分钟＝2课时×40分钟。课前已发工单+starter+微课知识卡，资讯·计划线上完成。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知识卡1：pip安装与离线whl安装——应用：见工单starter与教师参考实现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知识卡2：jieba.cut精确分词——应用：见工单starter与教师参考实现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知识卡3：停用词过滤提升信噪比——应用：见工单starter与教师参考实现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知识卡4：Counter词频统计most_common——应用：见工单starter与教师参考实现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知识卡5：TF-IDF关键词：专属词升权——应用：见工单starter与教师参考实现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知识卡6：wordcloud需font_path指定中文字体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把故障数据画成一朵云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把故障数据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画成一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TF-IDF关键词和词频Top10会一样吗？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generate_from_frequencies吃字典，generate吃整段文本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wordcloud需font_path指定中文字体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jieba.cut精确分词——应用：见工单starter与教师参考实现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Counter词频统计most_common——应用：见工单starter与教师参考实现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TF-IDF关键词：专属词升权——应用：见工单starter与教师参考实现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TF-IDF关键词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词频(TF)×稀有度(IDF)：“轴承”只在少数文档出现→权重高；“设备”满地都是→权重低。自动提炼“专属词”。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洞察写作三段式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现象（Top词是什么）→解释（说明什么规律）→建议（该关注哪个系统）。150字说清，训练工程表达。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把故障数据画成一朵云（1）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wordcloud词云生成：参数配置、中文字体设置、蒙版形状；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matplotlib基础绘图：柱状图展示高频故障词；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工单项目1.3实操：读取故障说明文本→分词→关键词提取→词云可视化，完成《工业故障分析报告》；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分组汇报：从词云中发现了什么故障规律。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决策：可视化重点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词云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柱状图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词云生成(字体fonts/SimHei.ttf)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extract_tags Top20关键词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撰写≤150字故障规律洞察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词云美观+洞察有数据支撑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接入班级语料库（每人2条），对比扩库前后Top10变化)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词云生成(字体fonts/SimHei.ttf)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extract_tags Top20关键词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撰写≤150字故障规律洞察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generate_from_frequencies吃字典，generate吃整段文本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词云宽高800×400、白底，投影清晰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洞察要有数字支撑，忌空话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运行时出现「中文变方块」，你的排查顺序是？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