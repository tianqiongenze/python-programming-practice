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开场30秒：本次课《给程序写病历本》，80分钟＝2课时×40分钟。课前已发工单+starter+微课知识卡，资讯·计划线上完成。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知识卡1：异常=运行时错误对象；类型即线索——应用：见工单starter与教师参考实现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知识卡2：try/except/else/finally四段结构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知识卡3：精确捕获：FileNotFoundError/ValueError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知识卡4：禁止裸except(吞Ctrl+C)——应用：见工单starter与教师参考实现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知识卡5：logging三级：INFO/WARNING/ERROR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知识卡6：finally放收尾：关资源/写统计——应用：见工单starter与教师参考实现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给程序写病历本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给程序写病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历本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日志格式统一：时间 级别 线程 消息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finally放收尾：关资源/写统计——应用：见工单starter与教师参考实现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finally：无论如何都执行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关文件、释放连接、写统计这类“收尾动作”放finally——异常不该中断清理。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中期自评法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对照目标清单给自己打分：哪些“能独立完成”、哪些“看提示才会”、哪些“不会”——诚实归因是进步的前提。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给程序写病历本（1）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logging日志模块：级别、格式、文件输出；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程序调试方法：断点、单步、打印调试法；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工单项目0.5实操：编写健壮的工业数据采集程序（捕获文件不存在、数据格式错误等≥2种异常，记录日志）；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中期诊断：进度检查、困难学生识别、补强计划启动。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采集统计输出(成功/跳过/失败)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脏数据写入bad_records.csv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中期自评问卷+教师快问快答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统计正确；脏数据可追溯+规范率≥90%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把采集程序改造成“可重跑”：异常后从断点继续而非重来)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采集统计输出(成功/跳过/失败)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脏数据写入bad_records.csv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中期自评问卷+教师快问快答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日志格式统一：时间 级别 线程 消息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统计数字要在finally里输出，出错也能看到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问卷如实填，补强计划据此启动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运行时出现「裸except吞异常」，你的排查顺序是？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