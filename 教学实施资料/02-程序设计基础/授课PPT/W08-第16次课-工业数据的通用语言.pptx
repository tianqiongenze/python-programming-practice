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开场30秒：本次课《工业数据的通用语言》，80分钟＝2课时×40分钟。课前已发工单+starter+微课知识卡，资讯·计划线上完成。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情境说书（30秒，口头讲，不必逐字念）：中台抽检打回上月数据：缺温度、类型错、还有135℃的'过热'记录。李姐委屈：'原始数据就这样。'——工单1.2：做数据清洗，还车间数据一个清白。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知识卡1：with open自动关闭；encoding='utf-8'防乱码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知识卡2：csv.DictReader按表头取列——应用：见工单starter与教师参考实现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知识卡3：json.loads/dumps解析与序列化——应用：见工单starter与教师参考实现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知识卡4：三维验证：缺失/类型/范围——应用：见工单starter与教师参考实现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知识卡5：问题行策略：跳过+记录可追溯——应用：见工单starter与教师参考实现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知识卡6：newline=''防CSV空行——应用：见工单starter与教师参考实现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现场演示《三维验证》：三步走——先整段跑通看结果，再逐行讲关键语句，最后现场改一个参数看输出变化（演10分钟的核心素材）。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工单发布话术：'精密制造事业部发来工单1.2《工业数据文件处理系统》，及格线是≥，优秀线看A层标准'——念完发starter。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错误速查：现场演示第一条——制造「float('err')崩」，带着学生按'现象→原因→解决'三步排查。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预习知识点：字典操作(键值对/遍历)；JSON读写 | 课中检查知识点：能按code查设备台账；能json.loads/dumps转换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工业数据的通用语言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工业数据的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通用语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 open自动关闭；encoding='utf-8'防乱码 · csv.DictReader按表头取列——应用：见工单starter与教师参考实现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 · 三维验证：缺失/类型/范围——应用：见工单starter与教师参考实现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 · 实现三维数据验证——应用：见工单starter与教师参考实现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能够正确读写≥2种文件格式并进行基本数据验证；能够输出标准化数据文件；代码规范率≥80%。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树立数据质量意识（脏数据进、垃圾出），养成文件操作及时关闭的资源管理习惯。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温度135℃该剔除还是保留？(业务讨论)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温度135℃该剔除还是保留？(业务讨论)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os.path.join拼路径，跨平台不踩坑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中台抽检打回上月数据：缺温度、类型错、还有135℃的'过热'记录。李姐委屈：'原始数据就这样。'——工单1.2：做数据清洗，还车间数据一个清白。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csv.DictReader按表头取列——应用：见工单starter与教师参考实现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三维验证：缺失/类型/范围——应用：见工单starter与教师参考实现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问题行策略：跳过+记录可追溯——应用：见工单starter与教师参考实现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newline=''防CSV空行——应用：见工单starter与教师参考实现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csv.DictReader按表头取列——应用：见工单starter与教师参考实现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三维验证：缺失/类型/范围——应用：见工单starter与教师参考实现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问题行策略：跳过+记录可追溯——应用：见工单starter与教师参考实现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业务阈值vs统计离群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温度135℃统计上是离群点，业务上可能是真实过热——剔除还是保留要有依据，决策记录在案（工程判断力）。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清洗报告结构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总数→各维度问题计数→处置策略→净数据量——报告先结论后细节，读者30秒看懂。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实现三维数据验证——应用：见工单starter与教师参考实现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bad_records错误留痕——应用：见工单starter与教师参考实现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输出清洗报告与标准化数据——应用：见工单starter与教师参考实现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工业数据的通用语言（1）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JSON数据格式：json.loads/dumps、嵌套结构解析；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数据验证与清洗基础：缺失值检测、类型校验、范围检查；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工单项目1.2实操：读取CSV/JSON工业数据文件，进行验证清洗，输出标准化数据。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关键代码：三维验证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validate(row):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 = row["temp"]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t in ("", None): return "缺失"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 t = float(t)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ValueError: return "类型"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None if 0 &lt;= t &lt;= 120 else "范围"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决策：越界处置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理由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剔除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统计离群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保留并标记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真实过热工况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实施任务：工单1.2《工业数据文件处理系统》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输出clean.csv+各维度问题计数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135℃业务决策记录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支持命令行参数选输入文件(选做)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≥2格式+基本验证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报告清晰；业务决策有依据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脏数据观察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--peek预览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找3个问题行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口述维度归类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能数出问题行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过滤空值行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能出clean.csv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完整清洗管线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读取CSV三维验证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问题行写bad_records.csv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输出清洗报告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报告+bad_records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体检脚本+参数化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缺失/类型/范围统计脚本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--input参数支持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135℃业务决策记录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三维统计报表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支持--input参数选择文件，脚本可复用到任意同构CSV)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输出clean.csv+各维度问题计数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135℃业务决策记录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支持命令行参数选输入文件(选做)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os.path.join拼路径，跨平台不踩坑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输出CSV用newline=''防止空行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列名规范小写下划线：device_id/temp_c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float('err')崩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未预判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try转换或errors处理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CSV多空行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缺newline=''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open(...,newline='')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路径找不到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IDE与命令行cwd不同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按脚本目录拼路径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运行时出现「float('err')崩」，你的排查顺序是？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原因是未预判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完成工单项目1.2《工业数据文件处理系统》：及格标准读写≥2种格式+基本验证；优秀标准验证多维度+输出清晰+规范率≥90%；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编写一个“数据体检脚本”：统计文件缺失值数量；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预习jieba分词的安装与使用。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完成分词+停用词管线——应用：见工单starte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