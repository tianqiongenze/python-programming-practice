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开场30秒：本次课《把重复劳动交给函数》，80分钟＝2课时×40分钟。课前已发工单+starter+微课知识卡，资讯·计划线上完成。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情境说书（30秒，口头讲，不必逐字念）：告警逻辑单机版通过，但王主任要的是'一块屏看全部'。李姐提醒：十台设备×全天循环，靠复制粘贴要写到明年——工单0.2b：用循环和函数，让告警系统自动转起来。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知识卡1：for+range遍历；while满足条件循环——应用：见工单starter与教师参考实现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知识卡2：break跳出一层/continue跳过本轮——应用：见工单starter与教师参考实现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知识卡3：循环三要素：初始化/条件/更新——应用：for i in range(10):读设备[i]——初始化i/条件i&lt;10/更新i+=1三件缺一不可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知识卡4：random.uniform(a,b)随机浮点；seed固定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知识卡5：函数：def+参数+return；作用域隔离——应用：见工单starter与教师参考实现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知识卡6：列表存设备序列、字典存键值属性——应用：devs=['PUMP-03','FAN-02']; devs.append('MOTOR-01')——动态扩容无需预声明大小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现场演示《双层循环+统计》：三步走——先整段跑通看结果，再逐行讲关键语句，最后现场改一个参数看输出变化（演10分钟的核心素材）。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工单发布话术：'精密制造事业部发来工单0.2b《工业实时告警系统Ⅱ》，及格线是循，优秀线看A层标准'——念完发starter。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错误速查：现场演示第一条——制造「死循环」，带着学生按'现象→原因→解决'三步排查。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预习知识点：if-elif-else条件结构；逻辑运算符and/or/not | 课中检查知识点：能写温度告警三级阈值判断；能画出条件分支流程图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把重复劳动交给函数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把重复劳动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交给函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 · random.uniform(a,b)随机浮点；seed固定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函数参数传入-返回值的数据流怎么走？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函数参数传入-返回值的数据流怎么走？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统计字典要先初始化键，否则KeyError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break跳出一层/continue跳过本轮——应用：见工单starter与教师参考实现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random.uniform(a,b)随机浮点；seed固定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函数：def+参数+return；作用域隔离——应用：见工单starter与教师参考实现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列表存设备序列、字典存键值属性——应用：devs=['PUMP-03','FAN-02']; devs.append('MOTOR-01')——动态扩容无需预声明大小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break跳出一层/continue跳过本轮——应用：见工单starter与教师参考实现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random.uniform(a,b)随机浮点；seed固定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函数：def+参数+return；作用域隔离——应用：见工单starter与教师参考实现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函数职责单一原则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check_device只判级返回数字，alarm只负责输出——每个函数一句话能说清职责，超过15行就该拆。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统计思维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stats={id:{2:0,3:0}}累计各级别次数，循环结束打印汇总报告——“原始数据→统计结论”是数据分析的起点。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封装check_device/alarm两函数——应用：见工单starter与教师参考实现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统计各设备各级告警次数——应用：见工单starter与教师参考实现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固定seed保证结果可复现——应用：见工单starter与教师参考实现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把重复劳动交给函数（1）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函数的定义、参数（位置/默认/关键字）与返回值；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变量作用域：局部变量与全局变量；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工单项目0.2（下）实操：循环+函数实现完整的工业实时告警系统（模拟多设备多周期监测）；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代码规范强化：函数命名、文档字符串初步（目标规范率75%）。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关键代码：双层循环+统计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stats = {d["id"]: {2:0, 3:0} for d in devices}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d in devices: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_ in range(10):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 = d["base"] + random.uniform(-8, 15)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lv = check_device(d, 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lv: stats[d["id"]][lv] += 1; alarm(d, lv, 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实施任务：工单0.2b《工业实时告警系统Ⅱ》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汇总各设备告警次数并输出报告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random.seed(42)保证复现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重构上周代码为函数版(对比收益)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循环跑通+2函数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重构对比说明清楚；规范率≥85%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range(10)改5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看输出减半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能改周期数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单循环跑通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一设备10周期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调用check函数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打印每轮状态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能出10轮结果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循环+统计完整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3设备×10周期循环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告警统计报告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防抖动+while版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连续3次≥95才停机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while版持续监测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重构对比说明收益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统计准确+无死循环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重构上周代码为函数版，对比“重构前后行数/可读性”并写50字收益说明)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汇总各设备告警次数并输出报告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random.seed(42)保证复现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重构上周代码为函数版(对比收益)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统计字典要先初始化键，否则KeyError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函数间传数据用参数/返回值，别用全局变量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打印报告用制表符\t对齐更整齐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死循环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补更新语句+Ctrl+C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统计键未初始化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先建{2:0,3:0}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函数内改不了外面变量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作用域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用return传值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运行时出现「死循环」，你的排查顺序是？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重构上周代码：将重复判断改写为函数；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预习类与对象的概念。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设计Device类(属性+方法)——应用：见工单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