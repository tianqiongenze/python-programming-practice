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开场30秒：本次课《让程序自己跑起来》，80分钟＝2课时×40分钟。课前已发工单+starter+微课知识卡，资讯·计划线上完成。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情境说书（30秒，口头讲，不必逐字念）：告警逻辑单机版通过，但王主任要的是'一块屏看全部'。李姐提醒：十台设备×全天循环，靠复制粘贴要写到明年——工单0.2b：用循环和函数，让告警系统自动转起来。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知识卡1：for+range遍历；while满足条件循环——应用：见工单starter与教师参考实现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知识卡2：break跳出一层/continue跳过本轮——应用：见工单starter与教师参考实现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知识卡3：循环三要素：初始化/条件/更新——应用：for i in range(10):读设备[i]——初始化i/条件i&lt;10/更新i+=1三件缺一不可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知识卡4：random.uniform(a,b)随机浮点；seed固定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知识卡5：函数：def+参数+return；作用域隔离——应用：见工单starter与教师参考实现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知识卡6：列表存设备序列、字典存键值属性——应用：devs=['PUMP-03','FAN-02']; devs.append('MOTOR-01')——动态扩容无需预声明大小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现场演示《双层循环+统计》：三步走——先整段跑通看结果，再逐行讲关键语句，最后现场改一个参数看输出变化（演10分钟的核心素材）。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工单发布话术：'精密制造事业部发来工单0.2b《工业实时告警系统Ⅱ》，及格线是循，优秀线看A层标准'——念完发starter。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错误速查：现场演示第一条——制造「死循环」，带着学生按'现象→原因→解决'三步排查。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预习知识点：if-elif-else条件结构；逻辑运算符and/or/not | 课中检查知识点：能写温度告警三级阈值判断；能画出条件分支流程图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让程序自己跑起来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让程序自己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跑起来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 · random.uniform(a,b)随机浮点；seed固定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random.seed(42)固定，否则每次结果不同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break跳出一层/continue跳过本轮——应用：见工单starter与教师参考实现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random.uniform(a,b)随机浮点；seed固定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函数：def+参数+return；作用域隔离——应用：见工单starter与教师参考实现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列表存设备序列、字典存键值属性——应用：devs=['PUMP-03','FAN-02']; devs.append('MOTOR-01')——动态扩容无需预声明大小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break跳出一层/continue跳过本轮——应用：见工单starter与教师参考实现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random.uniform(a,b)随机浮点；seed固定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函数：def+参数+return；作用域隔离——应用：见工单starter与教师参考实现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for与while怎么选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已知次数（10个周期）用for+range；满足条件为止（直到温度正常）用while。while三要素：初始化/条件/更新，缺一死循环。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列表+字典组织设备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列表保序存多台设备；每台设备是字典{id,name,base}。这是“数据结构选型”第一课。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封装check_device/alarm两函数——应用：见工单starter与教师参考实现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统计各设备各级告警次数——应用：见工单starter与教师参考实现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固定seed保证结果可复现——应用：见工单starter与教师参考实现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让程序自己跑起来（1）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for循环与range()：遍历设备参数列表；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while循环与退出条件：持续监测的模拟；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break/continue的使用场景与误用警示；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循环优化：减少重复计算、避免死循环。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关键代码：双层循环+统计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stats = {d["id"]: {2:0, 3:0} for d in devices}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d in devices: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_ in range(10):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 = d["base"] + random.uniform(-8, 15)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lv = check_device(d, 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lv: stats[d["id"]][lv] += 1; alarm(d, lv, 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课堂教法：四步法（第1-6周）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时长/课时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要点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原理+工业背景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实时代码演示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模仿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跟做保底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独立+小步成功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第7周起切换为完整六步法（资讯·计划课前线上）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实施任务：工单0.2b《工业实时告警系统Ⅱ》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列表+字典组织3台设备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双层循环: 设备×10周期(random模拟)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check_device/alarm两函数封装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循环跑通+2函数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统计报告正确；函数≤15行/个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range(10)改5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看输出减半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能改周期数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单循环跑通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一设备10周期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调用check函数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打印每轮状态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能出10轮结果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循环+统计完整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3设备×10周期循环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告警统计报告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防抖动+while版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连续3次≥95才停机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while版持续监测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重构对比说明收益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统计准确+无死循环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while版持续监测：温度连续3次≥95才停机（防抖动设计）)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列表+字典组织3台设备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双层循环: 设备×10周期(random模拟)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check_device/alarm两函数封装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random.seed(42)固定，否则每次结果不同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random.uniform(-8,15)制造偶发超限，贴近真实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break只跳一层循环，嵌套时想清楚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死循环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补更新语句+Ctrl+C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统计键未初始化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先建{2:0,3:0}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函数内改不了外面变量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作用域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用return传值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运行时出现「死循环」，你的排查顺序是？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重构上周代码：将重复判断改写为函数；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预习类与对象的概念。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设计Device类(属性+方法)——应用：见工单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