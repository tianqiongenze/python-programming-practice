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开场30秒：本次课《正式答辩专场》，80分钟＝2课时×40分钟。课前已发工单+starter+微课知识卡，资讯·计划线上完成。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知识卡1：checklist三清单：功能/规范/演示——应用：见工单starter与教师参考实现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知识卡2：答辩结构：1分工+5演示+2总结——应用：见工单starter与教师参考实现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知识卡3：bad-case预案：评委必点脏数据——应用：见工单starter与教师参考实现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知识卡4：贡献表与Git交叉核对——应用：见工单starter与教师参考实现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知识卡5：每人必答1题(个人问责)——应用：见工单starter与教师参考实现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知识卡6：&gt;6组切换5+3分钟制——应用：见工单starter与教师参考实现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现场演示《项目骨架(四类分工)》：三步走——先整段跑通看结果，再逐行讲关键语句，最后现场改一个参数看输出变化（演10分钟的核心素材）。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工单发布话术：'精密制造事业部发来工单Z《综合项目答辩专场》，及格线是功，优秀线看A层标准'——念完发starter。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错误速查：现场演示第一条——制造「现场装依赖」，带着学生按'现象→原因→解决'三步排查。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正式答辩专场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正式答辩专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 · 贡献表与Git交叉核对——应用：见工单starter与教师参考实现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答辩被问‘脏数据会怎样’你怎么演示？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答辩被问‘脏数据会怎样’你怎么演示？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每人至少答1题（个人问责，贡献表核对）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&gt;6组切换5+3分钟制——应用：见工单starter与教师参考实现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答辩结构：讲什么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1分钟背景与分工→5分钟演示（主流程+一个亮点+一个bad-case）→2分钟总结与不足。时间就是纪律。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答问策略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听全问题再答；不会的诚实说“这部分是XX负责，我了解的是…”——忌不懂装懂。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组内预答辩互问热身——应用：见工单starter与教师参考实现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限时演示与规范表达——应用：见工单starter与教师参考实现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提交物齐套打包——应用：见工单starter与教师参考实现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正式答辩专场（1）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项目演示：现场运行系统、展示输出报告；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项目答辩：架构讲解、技术问答、创新点陈述；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答辩节奏：≤6组按“8分钟演示+5分钟问答”；♡6组切换“5分钟演示+3分钟问答”，且演示视频（≤3分钟）于课前1天预收、教师预看并带问题入场；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多元评价：教师评价+组间互评+企业导师点评；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课程总结与后续课程（《AI应用基础》进阶）衔接说明。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关键代码：项目骨架(四类分工)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Collector:      # A: 采集(Modbus/文件)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collect(self):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Cleaner:        # B: 清洗(三维验证)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clean(self,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Analyzer:       # C: 分析(阈值+统计)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analyze(self,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Reporter:       # D: 文档(PDF报告)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build(self, stats):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现场运行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问答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必答+抽答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按D/C/B/A四级现场评分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实施任务：工单Z《综合项目答辩专场》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正式答辩(8+5分钟)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组间互评+个人反思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提交代码/报告/PPT/视频/贡献表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功能基本完整+能演示主流程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规范率≥95%+架构清晰+创新点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说清自己做了什么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回答1基础题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反思一页纸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能答基础问题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模块讲解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负责模块演示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答1个模块问题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过程记录提交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讲清自己模块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答辩主力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8分钟演示彩排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必答题准备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分工说明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答问准确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脱稿架构讲解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画架构图脱稿讲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bad-case演示准备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创新点陈述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2分钟讲清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优秀项目现场报名技能竞赛通道，对接《AI应用基础》进阶)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正式答辩(8+5分钟)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组间互评+个人反思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提交代码/报告/PPT/视频/贡献表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每人至少答1题（个人问责，贡献表核对）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提交物齐全：代码/报告/PPT/视频/贡献表zip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一页纸课程反思当堂交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现场装依赖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答辩机预演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只讲不演示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空谈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必须现场运行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没掐表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按5+3彩排两遍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运行时出现「现场装依赖」，你的排查顺序是？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