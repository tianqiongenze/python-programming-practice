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开场30秒：本次课《从虚拟设备采数到云端上报》，80分钟＝2课时×40分钟。课前已发工单+starter+微课知识卡，资讯·计划线上完成。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知识卡1：Modbus寄存器：40001-40005五测点——应用：见工单starter与教师参考实现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知识卡2：数值×10定点存储：678=67.8℃——应用：见工单starter与教师参考实现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知识卡3：pymodbus：read_holding_registers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知识卡4：MQTT主题：device/1/status路由——应用：见工单starter与教师参考实现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知识卡5：JSON消息含ts时间戳——应用：见工单starter与教师参考实现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知识卡6：排错三步：ping通→端口通→代码通——应用：见工单starter与教师参考实现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从虚拟设备采数到云端上报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从虚拟设备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采数到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理解TCP/IP、HTTP、MQTT、Modbus协议的基础概念；掌握Socket编程基本方法；了解工业数据采集的报文结构。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pymodbus 3.x返回值怎么取数？publish后立刻退出会怎样？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publish后sleep 0.3再退出，防消息未发出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排错三步：ping通→端口通→代码通——应用：见工单starter与教师参考实现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网络排错三步法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ping通（IP对吗）→端口通（服务起了吗）→代码通（参数对吗）。分层定位，别一上来就改代码。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异常与重试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连接失败重试1次仍失败→记ERROR日志退出。无限重试=死循环，裸奔不重试=脆弱——有限重试是工程平衡。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从虚拟设备采数到云端上报（1）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pymodbus读取虚拟PLC寄存器数据；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paho-mqtt连接Broker、发布/订阅主题；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工单项目1.5实操：Modbus定时采集+MQTT上报的完整数据采集系统；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末期复习：核心知识点串讲与综合项目答疑。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决策：异常策略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连接失败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重试1次+日志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数据越界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标记上报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paho-mqtt连接本地代理发布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断线重试+异常日志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末期复习自测20题+综合项目选题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断线重连+回环验证+规范率≥90%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综合项目启动：选题四选一+ABCD分工表+Git仓库初始化)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paho-mqtt连接本地代理发布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断线重试+异常日志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末期复习自测20题+综合项目选题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publish后sleep 0.3再退出，防消息未发出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loop_start()与loop_stop()成对出现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末期复习：对照知识清单自测20题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运行时出现「连不上PLC」，你的排查顺序是？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