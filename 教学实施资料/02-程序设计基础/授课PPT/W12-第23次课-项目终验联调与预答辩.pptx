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开场30秒：本次课《项目终验联调与预答辩》，80分钟＝2课时×40分钟。课前已发工单+starter+微课知识卡，资讯·计划线上完成。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情境说书（30秒，口头讲，不必逐字念）：答辩日。王主任、方总监和平台吴工都坐在台下。你要交付的，是把12周所学装进一个完整的《工业互联网数据处理系统》——第23次课终验预答辩，第24次课正式答辩。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知识卡1：checklist三清单：功能/规范/演示——应用：见工单starter与教师参考实现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知识卡2：答辩结构：1分工+5演示+2总结——应用：见工单starter与教师参考实现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知识卡3：bad-case预案：评委必点脏数据——应用：见工单starter与教师参考实现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知识卡4：贡献表与Git交叉核对——应用：见工单starter与教师参考实现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知识卡5：每人必答1题(个人问责)——应用：见工单starter与教师参考实现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知识卡6：&gt;6组切换5+3分钟制——应用：见工单starter与教师参考实现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现场演示《项目骨架(四类分工)》：三步走——先整段跑通看结果，再逐行讲关键语句，最后现场改一个参数看输出变化（演10分钟的核心素材）。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工单发布话术：'精密制造事业部发来工单Z《综合项目终验与预答辩》，及格线是可，优秀线看A层标准'——念完发starter。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错误速查：现场演示第一条——制造「现场装依赖」，带着学生按'现象→原因→解决'三步排查。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点滴过往，趣味报告 | 预习知识点：综合项目：数据采集→处理→可视化(matplotlib基础) | 课中检查知识点：能串联12周知识完成综合项目并答辩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项目终验联调与预答辩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第十二周 · 第23次课（2课时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项目终验联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调与预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 · 贡献表与Git交叉核对——应用：见工单starter与教师参考实现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演示视频课前提交（≤3分钟），教师预看带问题入场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答辩结构：1分工+5演示+2总结——应用：见工单starter与教师参考实现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贡献表与Git交叉核对——应用：见工单starter与教师参考实现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每人必答1题(个人问责)——应用：见工单starter与教师参考实现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&gt;6组切换5+3分钟制——应用：见工单starter与教师参考实现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答辩结构：1分工+5演示+2总结——应用：见工单starter与教师参考实现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贡献表与Git交叉核对——应用：见工单starter与教师参考实现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每人必答1题(个人问责)——应用：见工单starter与教师参考实现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checklist终验法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功能项（四模块跑通）/规范项（PEP 8≥80%）/演示项（bad-case预案）三张清单逐项打勾——交付质量是检查出来的。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预答辩互问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组内互问必答题（架构/数据流/异常处理），答不顺的记下来回去补——预演暴露的问题是最便宜的。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组内预答辩互问热身——应用：见工单starter与教师参考实现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限时演示与规范表达——应用：见工单starter与教师参考实现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提交物齐套打包——应用：见工单starter与教师参考实现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项目终验联调与预答辩（1）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综合项目《工业互联网完整数据处理系统》终验联调：按checklist（功能项+规范项+演示项）逐项自查互查；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预答辩热身：组内互问互评（答辩必答题演练：架构、数据流、异常处理）；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完善演示材料（PPT与演示视频第24次课课前提交）；开发主体工作已于第11周启动、课后推进。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关键代码：项目骨架(四类分工)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Collector:      # A: 采集(Modbus/文件)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collect(self):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Cleaner:        # B: 清洗(三维验证)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clean(self,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Analyzer:       # C: 分析(阈值+统计)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analyze(self,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Reporter:       # D: 文档(PDF报告)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build(self, stats):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答辩预演：必答题分工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题目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主答人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系统架构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数据流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异常处理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组内每人至少主答1题(个人问责)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实施任务：工单Z《综合项目终验与预答辩》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分段验收: 采集→处理→报告模块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checklist自查互查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组内预答辩互问热身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可演示版本+checklist过半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终验全过+演示材料课前提交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参与汇报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说清自己做了什么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回答1基础题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反思一页纸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能答基础问题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模块讲解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负责模块演示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答1个模块问题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过程记录提交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讲清自己模块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答辩主力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8分钟演示彩排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必答题准备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分工说明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答问准确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脱稿架构讲解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画架构图脱稿讲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bad-case演示准备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创新点陈述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2分钟讲清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口头架构讲解限时2分钟脱稿——图在心中)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分段验收: 采集→处理→报告模块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checklist自查互查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组内预答辩互问热身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演示视频课前提交（≤3分钟），教师预看带问题入场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&gt;6组切换5+3分钟制，超时扣表达分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脏数据bad-case演示必准备（评委必点）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现场装依赖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答辩机预演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只讲不演示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空谈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必须现场运行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没掐表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按5+3彩排两遍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运行时出现「现场装依赖」，你的排查顺序是？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提交综合项目完整材料：代码、报告、演示视频；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完成课程学习反思（一页纸总结）；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了解后续《AI应用基础》课程衔接内容。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