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开场30秒：《YOLO实时缺陷检测（上）：基础实现》，80分钟=2课时×40分钟。课前已发工单+微课知识卡。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议程页30秒：指读分钟归属，强调课前已完成资讯计划。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过渡页：一句话点明为什么学、学了去哪。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念课程性质一行，指读证书衔接（30秒）。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知识地图：先见森林（40秒）。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流程预告。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决策10→实施40→检查10→实施30→评价10口径（4课时周两次课分摊）。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ABCD分层节奏提醒。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PRIMM之Predict。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点读关键动词，对应工单验收口径。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课前测：点2人说答案，只追问为什么。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情境说书30秒：产线节拍又升了。老周批了CPU算力：'实时检测，速度与精度你自己权衡。'工单M3-2：YOLO缺陷检测，阈值、输入尺寸与…</a:t>
            </a:r>
          </a:p>
          <a:p>
            <a:r>
              <a:t>抛问：'如果是你，第一步干什么？'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先例后理。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知识卡1：检测=分类+定位：YOLO一次前向出全部候选框——应用：见工…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知识卡2：置信度阈值：低阈值召回高但误检多，业务定夺——应用：见工单s…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知识卡3：输入尺寸：640到320，速度翻倍精度让步——应用：见工单s…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知识卡4：FPS测量口径：纯推理vs含前后处理，先约定再比较…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知识卡5：mAP：多阈值下平均精度，统一测试集才有意义——应用：见工单…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知识卡6：工程权衡三问：漏一个的代价？误一个的代价？节拍多少？…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快查核对：遮左说右。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技能点=做完你应该会。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步骤清单与工单一一对应。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演示《ONNX推理口径》：跑通→逐行→改参数（演的核心素材）。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演示《阈值过滤》：跑通→逐行→改参数（演的核心素材）。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强调时间盒纪律。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先决策再领工单。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决策矩阵：组内3分钟打分，结论理由入工单。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工单发布：'设备智能运维中心工单M3-2'——及格线mAP≥0.60+FPS表完整。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D层跟做保底，领做做完即达标。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C层独立完成，卡壳先查错误速查表。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B层全功能+规范，帮带D/C。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A层进阶拓展+2分钟展示（费曼带徒）。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错误速查：现场制造「FPS波动大」带学生三步排查。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收尾：检查+评价。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自检→互查签字→教师抽查。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命名'学号_姓名_工单号.zip'，24h反馈。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素养页：点1个真实案例（30秒）。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教材衔接：教材：《人工智能应用基础项目式教程》（程显毅 陈凤妹 王岩 编著，978-7-111-77382-5）— 项目5 大模型·视觉应用 | 预习知识点：YOLO检测原理(边界框/置信度)；mAP与FPS | 课中检查知识点：CPU实时检测mAP≥0.70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下次课预告：布置微课与导学单。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AI应用基础（48课时版）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设备智能运维中心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5992000" cy="2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YOLO实时缺陷检测（上）：基础实现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59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第11周 · 第15次课（2课时 · 80分钟）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双创中心302实训室 · 理实一体 · 配套：分层工单+starter · 本课主用：Jupyter（全程实训）+ PyCharm CE（starter编码）+ Git/GitHub（每周提交）</a:t>
            </a:r>
          </a:p>
        </p:txBody>
      </p:sp>
      <p:pic>
        <p:nvPicPr>
          <p:cNvPr id="7" name="Picture 6" descr="W11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300000"/>
            <a:ext cx="4100000" cy="307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本次课议程（六部分 · 80分钟）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8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课程定位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课前已读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性质·岗位·证书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9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课堂流程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约2′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9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80分钟时间盒与ABCD分层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8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目标与资讯·情境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约5′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8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目标+本课剧情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7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9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知识精讲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9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基础知识大卡+代码演示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8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任务实施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六步法核心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8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工单·分层·避坑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7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7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7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9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检查与评价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9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三层质检·当堂评分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000" y="6350000"/>
            <a:ext cx="10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资讯·计划已课前线上完成——课堂从决策直接开始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02 / 39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01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课程定位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本课在课程体系中的位置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03 / 39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课程定位：AI应用基础（48课时版）（课程标准摘录）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199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课程性质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00000" y="184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专业核心课扩展版：48课时全谱系（数据→ML→DL→视觉→大模型→智能体）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4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74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0000" y="298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面向岗位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00000" y="283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AI应用工程师、工业视觉开发、工业互联网数据分析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3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3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0000" y="397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对接证书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00000" y="382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1+X AI应用实践（初级=M1-M3/中级=M4/高级=M5）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2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2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0000" y="496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课程衔接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00000" y="481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前：无Python先修（零基础·并行开设） → 本课(第4-15周·12周×4课时) → 后：项目实战/毕设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04 / 39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本课知识图谱（先见森林，再见树木）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YOLO实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时缺陷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5条分支导览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基础知识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检测=分类+定位：YOLO一次前向出全部候选框——应用：见工单starter与教师参考实现 · 置信度阈值：低阈值召回高但误检多，业务定夺——应用：见工单starter与教师参考实现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继续夯实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输入尺寸：640到320，速度翻倍精度让步——应用：见工单starter与教师参考实现 · FPS测量口径：纯推理vs含前后处理，先约定再比较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能部署CPU预训练YOLO推理——应用：见工单starter与教师参考实现 · 能调阈值与尺寸并记录mAP和FPS——应用：见工单starter与教师参考实现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分层任务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D跟做保底 · C基础完成 · B标准达成 · A进阶拓展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400000" y="3350000"/>
            <a:ext cx="1050000" cy="237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3500000" y="533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00000" y="533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0000" y="555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课堂评价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40000" y="542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功能40% · 技术25% · 规范20% · 素养15%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05 / 39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02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课堂流程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80分钟时间盒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06 / 39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本次课流程（80分钟时间盒）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0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190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0000" y="200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资讯·计划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00000" y="200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课前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00000" y="200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线上导学单+预习自测（已完成的打√）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000" y="269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000" y="269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000" y="279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决策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0" y="279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0000" y="279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备选方案对比 → 决策矩阵打分 → 结论公示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348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000" y="348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000" y="358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0000" y="358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30min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0000" y="358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骨架贯通：体验→应用，完成工单核心功能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000" y="427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000" y="427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000" y="437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检查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00000" y="437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5min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00000" y="437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三层质检：自检—互检—师查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506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0000" y="506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000" y="516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00000" y="516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25min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00000" y="516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优化迭代：冲优秀标准/拓展任务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0000" y="585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0000" y="585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0000" y="595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评价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00000" y="595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00000" y="595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D/C/B/A量表评分 + 课后任务布置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6058000"/>
            <a:ext cx="10000000" cy="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每课时40分钟 · 共80分钟（六步法课堂化）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07 / 39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80分钟课堂节奏（学生自查）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3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0-10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00000" y="203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资讯回顾+决策矩阵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0000" y="203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跟上讨论, 记下结论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277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277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000" y="295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10-40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00000" y="295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第一轮实施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0000" y="295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完成本层核心任务主体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69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69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7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40-45 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00000" y="387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三层检查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0000" y="387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自检表勾完+互检1条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0000" y="461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0000" y="461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0000" y="479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45-70 min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00000" y="479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第二轮实施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0000" y="479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优化/冲标准/补漏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53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53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71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70-80 min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00000" y="571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评价+课后布置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0000" y="571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自评打分, 记录课后任务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08 / 39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03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目标与资讯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带着目标进课堂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09 / 39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学习目标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知识目标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知识：检测=分类+定位：YOLO一次前向出全部候选框——应用：见工单starter与教师参考实现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5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能力目标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能力：能部署CPU预训练YOLO推理——应用：见工单starter与教师参考实现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素质目标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素质：数据诚信与工程纪律（课程思政）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 / 39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课前资讯回顾（六步之“资讯·计划”）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100000"/>
            <a:ext cx="10600000" cy="17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2100000"/>
            <a:ext cx="120000" cy="1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000" y="2280000"/>
            <a:ext cx="100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预习快问：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010328"/>
                </a:solidFill>
                <a:latin typeface="微软雅黑"/>
              </a:rPr>
              <a:t>W11课前测①：本课工单M3-2的及格线是什么？（答：mAP≥0.60+FPS表完整）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100000"/>
            <a:ext cx="106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课前检查：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W11课前测②：'检测头直观'用一句话说说你的理解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11 / 39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任务情境（集团项目案例）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◆ 重庆两江智造集团 · 设备智能运维中心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6300000" cy="36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2740000"/>
            <a:ext cx="5900000" cy="3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010328"/>
                </a:solidFill>
                <a:latin typeface="微软雅黑"/>
              </a:rPr>
              <a:t>产线节拍又升了。老周批了CPU算力：'实时检测，速度与精度你自己权衡。'工单M3-2：YOLO缺陷检测，阈值、输入尺寸与FPS的三方博弈。</a:t>
            </a:r>
          </a:p>
        </p:txBody>
      </p:sp>
      <p:pic>
        <p:nvPicPr>
          <p:cNvPr id="9" name="Picture 8" descr="W11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000" y="2580000"/>
            <a:ext cx="4150000" cy="36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12 / 39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04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知识精讲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基础知识 → 技能 → 代码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13 / 39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B01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检测=分类+定位：YOLO一次前向出全部候选框——应用：见工单starter与教师参考实现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14 / 39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B02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置信度阈值：低阈值召回高但误检多，业务定夺——应用：见工单starter与教师参考实现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15 / 39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B03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输入尺寸：640到320，速度翻倍精度让步——应用：见工单starter与教师参考实现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16 / 39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B04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FPS测量口径：纯推理vs含前后处理，先约定再比较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17 / 39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B05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mAP：多阈值下平均精度，统一测试集才有意义——应用：见工单starter与教师参考实现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18 / 39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B06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工程权衡三问：漏一个的代价？误一个的代价？节拍多少？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19 / 39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知识快闪：60秒复述以下要点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" y="180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检测=分类+定位：YOLO一次前向出全部候选框——应用：见工单starter与教师参考实现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000" y="256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置信度阈值：低阈值召回高但误检多，业务定夺——应用：见工单starter与教师参考实现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00" y="332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输入尺寸：640到320，速度翻倍精度让步——应用：见工单starter与教师参考实现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08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4.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FPS测量口径：纯推理vs含前后处理，先约定再比较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000" y="484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5.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mAP：多阈值下平均精度，统一测试集才有意义——应用：见工单starter与教师参考实现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000" y="560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6.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工程权衡三问：漏一个的代价？误一个的代价？节拍多少？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000" y="648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同桌互述 → 抽2人全班复述（费曼：能讲清才算懂）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20 / 39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技能点：做完你应该会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0000" y="200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205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50000" y="206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能部署CPU预训练YOLO推理——应用：见工单starter与教师参考实现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93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0000" y="313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000" y="318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50000" y="319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能调阈值与尺寸并记录mAP和FPS——应用：见工单starter与教师参考实现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06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0000" y="426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000" y="431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0000" y="432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能产出三方权衡报告——应用：见工单starter与教师参考实现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19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0000" y="539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000" y="544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50000" y="545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能做产线节拍适配建议——应用：见工单starter与教师参考实现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21 / 39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YOLO实时缺陷检测（上）：基础实现（实施要点）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回顾预习卡与微课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知识精讲（先例后理）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演示代码骨架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基础实现（D/C层保底）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小结+布置第2次课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22 / 39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关键代码：ONNX推理口径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import onnxruntime as ort, time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sess = ort.InferenceSession("yolo.onnx")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t0 = time.perf_counter()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out = sess.run(None, {"images": x})[0]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print("FPS≈", 1 / (time.perf_counter() - t0))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23 / 39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关键代码：阈值过滤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conf = out[4:].max(0)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keep = conf &gt; 0.4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boxes = xywh[keep]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24 / 39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80分钟时间盒分配（分钟）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46000" y="4700000"/>
            <a:ext cx="1400000" cy="7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6000" y="41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决策</a:t>
            </a:r>
          </a:p>
        </p:txBody>
      </p:sp>
      <p:sp>
        <p:nvSpPr>
          <p:cNvPr id="8" name="Rectangle 7"/>
          <p:cNvSpPr/>
          <p:nvPr/>
        </p:nvSpPr>
        <p:spPr>
          <a:xfrm>
            <a:off x="2946000" y="2600000"/>
            <a:ext cx="1400000" cy="28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40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46000" y="4700000"/>
            <a:ext cx="14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000" y="41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检查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46000" y="3300000"/>
            <a:ext cx="1400000" cy="2100000"/>
          </a:xfrm>
          <a:prstGeom prst="rect">
            <a:avLst/>
          </a:prstGeom>
          <a:solidFill>
            <a:srgbClr val="017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6000" y="27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46000" y="4700000"/>
            <a:ext cx="1400000" cy="7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46000" y="41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评价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评价环节不压缩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25 / 39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05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任务实施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工单 · 分层 · 避坑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26 / 39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YOLO实时缺陷检测：备选方案决策矩阵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备选方案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可行性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达标概率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工时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4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结论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方案A：按工单主线（starter起步）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高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适中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4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推荐主干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方案B：自选技术路线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中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中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0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多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4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A层可选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方案C：直接改现成项目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低（无过程分）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低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0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0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少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14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不建议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0000" y="468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组内打分3分钟，结论与理由写入工单决策记录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27 / 39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实施任务：工单M3-2《YOLO实时缺陷检测（上）：基础实现》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6300000" cy="3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100000"/>
            <a:ext cx="5900000" cy="3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实施步骤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1. 回顾预习卡与微课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2. 知识精讲（先例后理）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3. 演示代码骨架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4. 基础实现（D/C层保底）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5. 小结+布置第2次课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0000" y="1950000"/>
            <a:ext cx="4000000" cy="185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50000" y="2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及格标准（D）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mAP≥0.60+FPS表完整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0000" y="3950000"/>
            <a:ext cx="4000000" cy="185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50000" y="4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优秀标准（B+）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mAP≥0.75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28 / 39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D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学徒 · 跟做保底层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默认参数推理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加载预训练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跑测试集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记录mAP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基线mAP有数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29 / 39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C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操作员 · 基础完成层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双维扫描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阈值3档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尺寸2档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表化mAP和FPS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mAP≥0.60表完整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30 / 39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B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组长 · 标准达成层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权衡报告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业务代价假设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选工作点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节拍适配建议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给出推荐点及理由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31 / 39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A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师傅 · 进阶拓展层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速度冲优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ONNX量化半精度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对比加速比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精度损失可控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mAP≥0.75或加速≥50%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32 / 39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常见错误速查（避坑清单）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19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FPS波动大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0000" y="19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首帧含warmup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000" y="19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先跑3帧预热再计时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31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31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000" y="32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框全叠一起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0000" y="32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未做NMS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0000" y="32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按类做非极大值抑制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44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44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000" y="45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mAP对不上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0000" y="45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测试集口径不同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0000" y="45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统一测试集与IoU0.5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33 / 39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06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检查与评价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三层质检 · 评分 · 课后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34 / 39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过程检查（三层质检）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1  自检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对照工单checklist逐项自查并截图留证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2  互检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组间交换检查，互检表记录问题≥1条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3  师查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教师抽查复核，重点盯D层完成度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000" y="520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复盘追问：如果当初选另一个方案，结果会怎样？（决策追责）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35 / 39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提交物与评分（工单M3-2）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38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提交清单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程序/notebook（含运行输出）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分层工单纸件（勾层+自评）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决策矩阵照片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4. 过程记录/避坑笔记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命名: 学号_姓名_M3-2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0" y="1800000"/>
            <a:ext cx="5300000" cy="38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评分构成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功能完成 40%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技术质量 25%（指标达标）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代码规范 20%（PEP 8）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工程素养 15%（留痕/协作）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50" b="1">
                <a:solidFill>
                  <a:srgbClr val="44546A"/>
                </a:solidFill>
                <a:latin typeface="微软雅黑"/>
              </a:rPr>
              <a:t>D≥60 / C≥70 / B≥80 / A≥90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36 / 39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素养目标（课程思政融入点）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0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责任感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206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可信AI：模型要有据可查，指标不许造假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18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18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48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34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工程纪律：限时调参与过程留痕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46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46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76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数据伦理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62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团队与档案：竞标协作，档案袋沉淀三年资产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37 / 39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  <p:sp>
        <p:nvSpPr>
          <p:cNvPr id="7" name="Rectangle 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38 / 39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下次课预告（第12周）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50000" cy="1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000" y="2050000"/>
            <a:ext cx="105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主题: 能调用本地LLM服务完成诊断问答——应用：见工单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预习快问: W11课前测①：本课工单M3-2的及格线是什么？（答：mAP≥0.60+FPS表完整）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39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课前完成：导学单 + 预习自测 + starter环境自检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带着问题来上课——Predict先于Run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W11-第15次课-YOLO实时缺陷检测（上</dc:title>
  <dc:subject>AI48授课PPT（v9风格+讲稿）</dc:subject>
  <dc:creator>工业互联网应用专业教学资源库</dc:creator>
  <cp:keywords>两江智造;AI48;岗课赛证创;课程思政;双创中心302</cp:keywords>
  <dc:description>48课时扩展版·每页备注为教师讲稿</dc:description>
  <cp:lastModifiedBy>Steve Canny</cp:lastModifiedBy>
  <cp:revision>1</cp:revision>
  <dcterms:created xsi:type="dcterms:W3CDTF">2026-09-09T00:00:00Z</dcterms:created>
  <dcterms:modified xsi:type="dcterms:W3CDTF">2026-09-09T00:00:00Z</dcterms:modified>
  <cp:category>高职高专教学文件</cp:category>
</cp:coreProperties>
</file>