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开场30秒：《传统分类：逻辑回归+决策树（下）：优化与评价》，80分钟=2课时×40分钟。课前已发工单+微课知识卡。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情境说书30秒：泵站分类模型1.0上线。老周盯着混淆矩阵问：'漏报一个轴承磨损，停线损失多少？误报一次，又要白跑几趟？'——工单M2-1…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知识卡1：分类建模五步：划分-训练-预测-评估-选型记录——应用：见工…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知识卡2：train_test分层划分：类别比例保持一致（strati…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知识卡3：逻辑回归：线性打分过sigmoid，输出可解释概率…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知识卡4：决策树：一连串if-else，可视化即规则——应用：见工单s…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知识卡5：混淆矩阵四格：TP/FP/FN/TN是一切指标的原材料…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知识卡6：F1=精确与召回的调和平均：误报漏报代价不同时的选择…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演示《双模型对比》：跑通→逐行→改参数（演的核心素材）。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演示《混淆矩阵》：跑通→逐行→改参数（演的核心素材）。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工单发布：'设备智能运维中心工单M2-1a'——及格线F1≥0.70且口径正确。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错误速查：现场制造「F1为0且accuracy高」带学生三步排查。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项目3 机器学习 | 预习知识点：train/test划分；逻辑回归与决策树；混淆矩阵与F1 | 课中检查知识点：能解读F1与业务代价(漏报/误报)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传统分类：逻辑回归+决策树（下）：优化与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第6周 · 第6次课（2课时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传统分类：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逻辑回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 · train_test分层划分：类别比例保持一致（stratify=y）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逻辑回归：线性打分过sigmoid，输出可解释概率 · 决策树：一连串if-else，可视化即规则——应用：见工单starter与教师参考实现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 · 能计算并解读混淆矩阵与F1——应用：见工单starter与教师参考实现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知识：分类建模五步：划分-训练-预测-评估-选型记录——应用：见工单starter与教师参考实现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能力：能跑通LR与决策树双模型——应用：见工单starter与教师参考实现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W6课中查①：'F1为0且accuracy高'这个报错怎么排查？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W6课中查②：优秀线F1≥0.85你打算怎么冲？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泵站分类模型1.0上线。老周盯着混淆矩阵问：'漏报一个轴承磨损，停线损失多少？误报一次，又要白跑几趟？'——工单M2-1a：逻辑回归与决策树同台，用F1和业务代价说话。</a:t>
            </a:r>
          </a:p>
        </p:txBody>
      </p:sp>
      <p:pic>
        <p:nvPicPr>
          <p:cNvPr id="9" name="Picture 8" descr="W6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分类建模五步：划分-训练-预测-评估-选型记录——应用：见工单starter与教师参考实现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train_test分层划分：类别比例保持一致（stratify=y）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逻辑回归：线性打分过sigmoid，输出可解释概率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决策树：一连串if-else，可视化即规则——应用：见工单starter与教师参考实现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混淆矩阵四格：TP/FP/FN/TN是一切指标的原材料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F1=精确与召回的调和平均：误报漏报代价不同时的选择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能跑通LR与决策树双模型——应用：见工单starter与教师参考实现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能计算并解读混淆矩阵与F1——应用：见工单starter与教师参考实现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能从业务代价角度选阈值——应用：见工单starter与教师参考实现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能写选型决策记录——应用：见工单starter与教师参考实现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关键代码：双模型对比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sklearn.linear_model import LogisticRegression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sklearn.tree import DecisionTreeClassifier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for m in [LogisticRegression(max_iter=1000), DecisionTreeClassifier(max_depth=5)]: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m.fit(X_tr, y_tr); print(type(m).__name__, m.score(X_te,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关键代码：混淆矩阵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sklearn.metrics import confusion_matrix, f1_score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pred = m.predict(X_te)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print(confusion_matrix(y_te, pred), "F1=", f1_score(y_te, pred))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传统分类：逻辑回归+决策树：备选方案决策矩阵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实施任务：工单M2-1a《传统分类：逻辑回归+决策树（下）：优化与评价》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F1≥0.70且口径正确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F1≥0.85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跑通LR基线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train_test_split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fit+predict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打印accuracy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基线accuracy输出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双模型加F1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加决策树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混淆矩阵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算F1对比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F1≥0.70口径正确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代价敏感选型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误报漏报成本假设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调阈值比F1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选型记录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给出阈值方案与理由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类别不平衡攻防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class_weight均衡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对比采样法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报告权衡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F1≥0.85或方案论证充分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F1为0且accuracy高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类别不平衡加全预测多数类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分层划分加class_weight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max_iter警告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逻辑回归未收敛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增大max_iter或标准化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树过深过拟合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训练1.0测试0.6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限制max_depth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提交物与评分（工单M2-1a）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学号_姓名_M2-1a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下次课预告（第7周）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能跑通XGBoost基线与网格搜索——应用：见工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W6课中查①：'F1为0且accuracy高'这个报错怎么排查？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W06-第6次课-传统分类：逻辑回归+决策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