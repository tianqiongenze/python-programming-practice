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知识卡1：LLM调用=HTTP+JSON：OpenAI兼容接口四字段…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知识卡2：Prompt三模板：朴素角色设定少样本示例——应用：见工单s…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知识卡3：思维链提示：一步一步想让复杂问题分步解——应用：见工单sta…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知识卡4：变量控制：同一问题同一温度，只换模板才公平——应用：见工单s…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知识卡5：容错三件套：超时重试异常降级日志留痕——应用：见工单star…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知识卡6：脱敏红线：真实工单先抹设备编号人名再上模型——应用：见工单s…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演示《调用骨架》：跑通→逐行→改参数（演的核心素材）。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演示《容错三件套》：跑通→逐行→改参数（演的核心素材）。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错误速查：现场制造「Connection refused」带学生三步排查。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第12周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 · 变量控制：同一问题同一温度，只换模板才公平——应用：见工单starter与教师参考实现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W12课前测①：本课工单M4-1的及格线是什么？（答：对比表完整+提升≥20%）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W12课前测②：'OpenAI兼容接口'用一句话说说你的理解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能设计并对比三种Prompt——应用：见工单starter与教师参考实现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能统计提升幅度并留证据——应用：见工单starter与教师参考实现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能实现重试与降级——应用：见工单starter与教师参考实现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关键代码：调用骨架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 = requests.post(BASE + "/v1/chat/completions",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json={"messages": [{"role": "user", "content": q}]},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print(r.json()["choices"][0]["message"]["content"])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ask(q)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requests.RequestException: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time.sleep(2 ** 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return "[降级] 已转人工工单通道。"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朴素版跑通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requests.post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打印回答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三模板对比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角色示例版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同题各跑3次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提升≥20%加对比表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容错演练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retries为2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关服务测降级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断服不崩溃有降级话术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自创模板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结合故障话术设计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A/B验证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入库分享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选做：用工具/campus_skills给自己的大学生活造一个时间管理智能体(3个Skill,不限平台)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提升≥35%或多轮对话（或完成校园智能体选做）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先python mock_llm_server.py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未固定温度seed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temperature为0对比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提升测不出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题目太简单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换多步推理题集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W12课前测①：本课工单M4-1的及格线是什么？（答：对比表完整+提升≥20%）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W12-第17次课-LLM故障诊断（上）：基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