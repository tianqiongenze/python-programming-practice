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知识卡1：强化学习三要素：状态动作奖励，试错中学会策略——应用：见工单…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知识卡2：奖励函数=管理哲学：奖励什么就得到什么——应用：见工单sta…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知识卡3：多智能体分工：感知调度执行三类agent——应用：见工单st…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知识卡4：奖励漏洞：智能体学会空转刷分，设计即治理——应用：见工单st…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知识卡5：课程表映射：状态排队工单动作派人奖励停机时间降——应用：见工…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知识卡6：仿真先行：gym-industrial里犯错零成本…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演示《环境骨架》：跑通→逐行→改参数（演的核心素材）。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演示《奖励设计》：跑通→逐行→改参数（演的核心素材）。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错误速查：现场制造「env注册不到」带学生三步排查。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第14周 · 第22次课（2课时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 · 奖励函数=管理哲学：奖励什么就得到什么——应用：见工单starter与教师参考实现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 · 奖励漏洞：智能体学会空转刷分，设计即治理——应用：见工单starter与教师参考实现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知识：强化学习三要素：状态动作奖励，试错中学会策略——应用：见工单starter与教师参考实现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W14课中查①：'env注册不到'这个报错怎么排查？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W14课中查②：优秀线正确率≥90%或自适应策略你打算怎么冲？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奖励函数=管理哲学：奖励什么就得到什么——应用：见工单starter与教师参考实现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多智能体分工：感知调度执行三类agent——应用：见工单starter与教师参考实现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奖励漏洞：智能体学会空转刷分，设计即治理——应用：见工单starter与教师参考实现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课程表映射：状态排队工单动作派人奖励停机时间降——应用：见工单starter与教师参考实现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仿真先行：gym-industrial里犯错零成本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能设计奖励函数并说明规则来源——应用：见工单starter与教师参考实现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能训练简单策略提升协调正确率——应用：见工单starter与教师参考实现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能发现并修复奖励漏洞——应用：见工单starter与教师参考实现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关键代码：环境骨架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env = gym.make("industrial-sched-v0")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 = env.reset()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range(200):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 = policy(s)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s, r, done, info = env.step(a)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 +=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关键代码：奖励设计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reward(state, action, next_state):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 = -next_state.downtime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action.is_idle and state.queue: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 -= 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随机策略基线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env.reset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随机action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统计正确率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基线数据可复现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奖励v1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写reward函数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正确率≥75%加说明书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堵漏洞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观察钻空行为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修复1个漏洞有证据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自适应策略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课程难度递增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策略泛化测试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说明书v2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正确率≥90%或泛化实验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env注册不到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 install工具包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奖励尺度失衡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归一化到-1到1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高分业务差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奖励与目标错位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回到老周规则重设计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提交物与评分（工单M5-1）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学号_姓名_M5-1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W14课中查①：'env注册不到'这个报错怎么排查？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W14-第22次课-多智能体检修调度（下）：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