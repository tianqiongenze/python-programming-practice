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开场30秒：《综合项目答辩（下）：优化与评价》，80分钟=2课时×40分钟。课前已发工单+微课知识卡。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情境说书30秒：答辩日。老周、林工、方总监坐镇：'把12周的模型串成一条线，讲给新员工听。'——综合项目答辩：从脏数据到智能体的完整故事…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知识卡1：答辩四段论：问题方案指标价值，5分钟讲完——应用：见工单st…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知识卡2：链路完整性：数据特征模型部署智能体一图贯通——应用：见工单s…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知识卡3：创新点提炼：与照抄教程的三处不同即创新——应用：见工单sta…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知识卡4：评委三问预演：最难的坑？最大的取舍？下一步？——应用：见工单…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知识卡5：档案袋定稿：代码报告曲线工单十二周全归档——应用：见工单st…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知识卡6：署名与致谢：团队贡献表如实填报——应用：见工单starter…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演示《一键演示》：跑通→逐行→改参数（演的核心素材）。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演示《答辩检查单》：跑通→逐行→改参数（演的核心素材）。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工单发布：'设备智能运维中心工单Z'——及格线链路完整+能答基本问题。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错误速查：现场制造「演示现场翻车」带学生三步排查。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答辩导航图：自下而上讲'数据→特征→模型→服务→智能体'，每个方块对应一周工单——这就是'链路完整性'。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项目8 大模型·综合应用 | 预习知识点：综合项目集成；端到端链路；答辩表达 | 课中检查知识点：从脏数据到智能体一图贯通并答辩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综合项目答辩（下）：优化与评价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第15周 · 第24次课（2课时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综合项目答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辩（下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 · 链路完整性：数据特征模型部署智能体一图贯通——应用：见工单starter与教师参考实现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 · 评委三问预演：最难的坑？最大的取舍？下一步？——应用：见工单starter与教师参考实现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 · 能5分钟答辩加3分钟答问——应用：见工单starter与教师参考实现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知识：答辩四段论：问题方案指标价值，5分钟讲完——应用：见工单starter与教师参考实现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能力：能组织12周资产成完整故事——应用：见工单starter与教师参考实现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W15课中查①：'演示现场翻车'这个报错怎么排查？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W15课中查②：优秀线创新亮点+表达优秀你打算怎么冲？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pic>
        <p:nvPicPr>
          <p:cNvPr id="9" name="Picture 8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答辩四段论：问题方案指标价值，5分钟讲完——应用：见工单starter与教师参考实现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链路完整性：数据特征模型部署智能体一图贯通——应用：见工单starter与教师参考实现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创新点提炼：与照抄教程的三处不同即创新——应用：见工单starter与教师参考实现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评委三问预演：最难的坑？最大的取舍？下一步？——应用：见工单starter与教师参考实现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档案袋定稿：代码报告曲线工单十二周全归档——应用：见工单starter与教师参考实现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署名与致谢：团队贡献表如实填报——应用：见工单starter与教师参考实现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能组织12周资产成完整故事——应用：见工单starter与教师参考实现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能5分钟答辩加3分钟答问——应用：见工单starter与教师参考实现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能回应技术质询——应用：见工单starter与教师参考实现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能定稿个人项目档案袋——应用：见工单starter与教师参考实现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关键代码：一键演示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run_all.py 12周链路一键跑通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"w1_clean.py"])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"w3_model.py"])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subprocess.run(["python", "w10_rag.py"])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print("端到端演示完成")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关键代码：答辩检查单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checklist = ["链路图一页", "核心指标3个", "创新点3处",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"坑与取舍各1", "演示已录屏备份"]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综合项目答辩：备选方案决策矩阵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实施任务：工单Z《综合项目答辩（下）：优化与评价》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链路完整+能答基本问题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创新亮点+表达优秀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预答辩过关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链路图绘制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念稿排练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A层陪练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预答辩评委放行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正式答辩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5分钟陈述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答三问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提交档案袋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链路完整基本问题全答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表达制胜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开场30秒钩子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指标对标工单线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时间盒控制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评委评分≥85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可部署演示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端到端一键run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异常恢复演示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署名开源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创新亮点加部署演示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演示现场翻车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依赖未装路径错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提前录屏备份加环境冻结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超时被打断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细节讲太多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四段论加排练计时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被问倒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没准备取舍类问题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预演三问各写100字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12周成果综合链路（答辩一图贯通）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智能体层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RAG问答(W13)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调度决策(W14)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服务层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推理服务(W11)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一键run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ML/CNN/ResNet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YOLO/LLM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特征层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特征字典(W5)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清洗质检(W4)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000" y="564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000" y="588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泵站日志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0000" y="570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0000" y="576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缺陷图/知识库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000" y="1800000"/>
            <a:ext cx="20000" cy="470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提交物与评分（工单Z）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学号_姓名_Z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W15-第24次课-综合项目答辩（下）：优化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