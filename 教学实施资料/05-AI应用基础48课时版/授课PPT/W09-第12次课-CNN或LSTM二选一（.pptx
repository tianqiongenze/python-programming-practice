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开场30秒：《CNN或LSTM二选一（竞标）（下）：优化与评价》，80分钟=2课时×40分钟。课前已发工单+微课知识卡。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情境说书30秒：分组竞标周：老周把两份需求拍在桌上——焊缝缺陷CNN、风机寿命LSTM，'各组选一题，答辩定预算。'工单M2-3b：二选…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知识卡1：卷积=小核滑动扫全图，参数共享天然适合图像——应用：见工单s…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知识卡2：池化降维：留最强信号，缩计算量——应用：见工单starter…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知识卡3：滑动窗口造样本：一段序列切出无数训练对（LSTM路线）…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知识卡4：门控直觉：遗忘门输入门决定记什么忘什么——应用：见工单sta…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知识卡5：竞标答辩结构：问题方案指标风险四段论——应用：见工单star…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知识卡6：选型依据：图像缺陷选CNN时序寿命选LSTM，数据形状定路线…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演示《CNN最小版》：跑通→逐行→改参数（演的核心素材）。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演示《滑动窗口》：跑通→逐行→改参数（演的核心素材）。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工单发布：'设备智能运维中心工单M2-3b'——及格线指标达标+竞标书完整。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错误速查：现场制造「Conv输入报维度」带学生三步排查。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项目4 深度学习 | 预习知识点：CNN卷积/池化；LSTM时序依赖；分组竞标 | 课中检查知识点：能选CNN或LSTM并用指标赢下竞标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CNN或LSTM二选一（竞标）（下）：优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第9周 · 第12次课（2课时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 + ProcessOn（竞标书）+ Git/GitHub（每周提交）</a:t>
            </a:r>
          </a:p>
        </p:txBody>
      </p:sp>
      <p:pic>
        <p:nvPicPr>
          <p:cNvPr id="7" name="Picture 6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CNN或L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STM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卷积=小核滑动扫全图，参数共享天然适合图像——应用：见工单starter与教师参考实现 · 池化降维：留最强信号，缩计算量——应用：见工单starter与教师参考实现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滑动窗口造样本：一段序列切出无数训练对（LSTM路线） · 门控直觉：遗忘门输入门决定记什么忘什么——应用：见工单starter与教师参考实现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能按题完成CNN或LSTM建模——应用：见工单starter与教师参考实现 · 能组队产出竞标书——应用：见工单starter与教师参考实现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知识：卷积=小核滑动扫全图，参数共享天然适合图像——应用：见工单starter与教师参考实现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能力：能按题完成CNN或LSTM建模——应用：见工单starter与教师参考实现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W9课中查①：'Conv输入报维度'这个报错怎么排查？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W9课中查②：优秀线赢得竞标且指标优秀你打算怎么冲？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分组竞标周：老周把两份需求拍在桌上——焊缝缺陷CNN、风机寿命LSTM，'各组选一题，答辩定预算。'工单M2-3b：二选一实战，卷积或门控，用指标赢下项目。</a:t>
            </a:r>
          </a:p>
        </p:txBody>
      </p:sp>
      <p:pic>
        <p:nvPicPr>
          <p:cNvPr id="9" name="Picture 8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卷积=小核滑动扫全图，参数共享天然适合图像——应用：见工单starter与教师参考实现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池化降维：留最强信号，缩计算量——应用：见工单starter与教师参考实现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滑动窗口造样本：一段序列切出无数训练对（LSTM路线）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门控直觉：遗忘门输入门决定记什么忘什么——应用：见工单starter与教师参考实现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竞标答辩结构：问题方案指标风险四段论——应用：见工单starter与教师参考实现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选型依据：图像缺陷选CNN时序寿命选LSTM，数据形状定路线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卷积=小核滑动扫全图，参数共享天然适合图像——应用：见工单starter与教师参考实现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池化降维：留最强信号，缩计算量——应用：见工单starter与教师参考实现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滑动窗口造样本：一段序列切出无数训练对（LSTM路线）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门控直觉：遗忘门输入门决定记什么忘什么——应用：见工单starter与教师参考实现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竞标答辩结构：问题方案指标风险四段论——应用：见工单starter与教师参考实现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选型依据：图像缺陷选CNN时序寿命选LSTM，数据形状定路线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能按题完成CNN或LSTM建模——应用：见工单starter与教师参考实现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能组队产出竞标书——应用：见工单starter与教师参考实现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能5分钟答辩讲清指标——应用：见工单starter与教师参考实现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能对未选路线做概念对比——应用：见工单starter与教师参考实现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CNN或LSTM二选一（竞标）（下）：优化与评价（实施要点）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关键代码：CNN最小版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torch.nn as nn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cnn = nn.Sequential(nn.Conv2d(1, 16, 3, padding=1), nn.ReLU(), nn.MaxPool2d(2),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nn.Flatten(), nn.Linear(16 * 32 * 32, 2))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关键代码：滑动窗口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 = 30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X = np.lib.stride_tricks.sliding_window_view(vib, W)[:-10]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y = rul[W - 1 + 10:]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CNN或LSTM二选一（竞标）：备选方案决策矩阵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实施任务：工单M2-3b《CNN或LSTM二选一（竞标）（下）：优化与评价》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指标达标+竞标书完整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赢得竞标且指标优秀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跑通给定starter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按题选starter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默认参数训练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记录指标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指标可复现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达标加竞标书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调2个关键参数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四段论成文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组内排练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CNN≥75%或LSTM误差达标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答辩制胜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指标对标优秀线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风险与对策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模拟问答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赢得竞标或评委加分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双路线通吃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跑另一路线mini版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对比表加适用边界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答辩展示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给出选型决策矩阵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Conv输入报维度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未加channel维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reshape成N1HW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窗口错位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X与y长度不齐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统一用[:-horizon]截断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答辩超时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堆细节无结构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四段论加计时排练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提交物与评分（工单M2-3b）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学号_姓名_M2-3b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下次课预告（第10周）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能加载预训练ResNet并替换分类头——应用：见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W9课中查①：'Conv输入报维度'这个报错怎么排查？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W09-第12次课-CNN或LSTM二选一（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