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知识卡1：集成思想：Bagging随机并行与Boosting串行纠错…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知识卡2：XGBoost核心超参：n_estimators/learn…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知识卡3：网格搜索GridSearchCV：把调参变成可复现实验…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知识卡4：早停early_stopping：验证集不涨就收手，防过拟合…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知识卡5：调参工时账：收益曲线趋平即停，工程要算时间成本——应用：见工…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知识卡6：交叉验证cv=5：让评估不被单次划分欺骗——应用：见工单st…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第7周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W7课中查①：'fit报JSON错'这个报错怎么排查？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W7课中查②：优秀线F1≥0.88你打算怎么冲？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W7课中查①：'fit报JSON错'这个报错怎么排查？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W07-第8次课-XGBoost参数调优（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