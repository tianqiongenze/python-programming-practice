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开场30秒：《RAG知识库问答（下）：优化与评价》，80分钟=2课时×40分钟。课前已发工单+微课知识卡。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情境说书30秒：值班助手1.0总爱'一本正经地胡说'。林工：'让它有据可查——RAG。'知识库、检索、引用标注三件套——工单M4-2：让…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知识卡1：RAG三步：知识切分向量检索引用生成——应用：见工单star…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知识卡2：切分粒度：太碎丢上下文太整检索糊，先按条目——应用：见工单s…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知识卡3：检索双解：重合度打分(教学直观)→Chroma向量库(工程实…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知识卡4：引用标注：每条建议挂条目ID可点开溯源——应用：见工单sta…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知识卡5：幻觉治理：检索为空时宁说查无依据不硬编——应用：见工单sta…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知识卡6：评测口径：检索准确率与生成质量分开评——应用：见工单star…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演示《教学版检索》：跑通→逐行→改参数（演的核心素材）。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演示《引用生成》：跑通→逐行→改参数（演的核心素材）。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工单发布：'设备智能运维中心工单M4-2'——及格线检索≥80%+引用完整。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错误速查：现场制造「检索全不中」带学生三步排查。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项目6-7 大模型·语言应用 | 预习知识点：RAG(检索增强生成)；知识库切分/向量检索/引用标注 | 课中检查知识点：搭建最小RAG链路；回答带出处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RAG知识库问答（下）：优化与评价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第13周 · 第20次课（2课时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RAG知识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库问答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 · 切分粒度：太碎丢上下文太整检索糊，先按条目——应用：见工单starter与教师参考实现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检索双解：重合度打分(教学直观)→Chroma向量库(工程实现，见01包rag_chroma_demo) · 引用标注：每条建议挂条目ID可点开溯源——应用：见工单starter与教师参考实现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 · 能调top-k与相关度阈值——应用：见工单starter与教师参考实现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知识：RAG三步：知识切分向量检索引用生成——应用：见工单starter与教师参考实现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能力：能搭建最小RAG问答链路——应用：见工单starter与教师参考实现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W13课中查①：'检索全不中'这个报错怎么排查？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W13课中查②：优秀线检索≥90%+生成质量优你打算怎么冲？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值班助手1.0总爱'一本正经地胡说'。林工：'让它有据可查——RAG。'知识库、检索、引用标注三件套——工单M4-2：让每条建议都挂着出处。</a:t>
            </a:r>
          </a:p>
        </p:txBody>
      </p:sp>
      <p:pic>
        <p:nvPicPr>
          <p:cNvPr id="9" name="Picture 8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切分粒度：太碎丢上下文太整检索糊，先按条目——应用：见工单starter与教师参考实现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检索双解：重合度打分(教学直观)→Chroma向量库(工程实现，见01包rag_chroma_demo)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引用标注：每条建议挂条目ID可点开溯源——应用：见工单starter与教师参考实现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幻觉治理：检索为空时宁说查无依据不硬编——应用：见工单starter与教师参考实现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评测口径：检索准确率与生成质量分开评——应用：见工单starter与教师参考实现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切分粒度：太碎丢上下文太整检索糊，先按条目——应用：见工单starter与教师参考实现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检索双解：重合度打分(教学直观)→Chroma向量库(工程实现，见01包rag_chroma_demo)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引用标注：每条建议挂条目ID可点开溯源——应用：见工单starter与教师参考实现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幻觉治理：检索为空时宁说查无依据不硬编——应用：见工单starter与教师参考实现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评测口径：检索准确率与生成质量分开评——应用：见工单starter与教师参考实现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能调top-k与相关度阈值——应用：见工单starter与教师参考实现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能输出带引用的回答——应用：见工单starter与教师参考实现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能做有无RAG对比评测——应用：见工单starter与教师参考实现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RAG知识库问答（下）：优化与评价（实施要点）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关键代码：教学版检索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retrieve(q, k=3):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sims = [(cosine(q_vec, d_vec), doc) for doc, d_vec in ZIP]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sorted(sims, reverse=True)[:k]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关键代码：引用生成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ctx = "\n".join(f"[{i}] {d}" for i, (s, d) in enumerate(hits))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prompt = f"依据以下条目回答，标注[编号]:\n{ctx}\n问题: {q}"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RAG知识库问答：备选方案决策矩阵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实施任务：工单M4-2《RAG知识库问答（下）：优化与评价》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检索≥80%+引用完整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检索≥90%+生成质量优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无RAG基线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直接问LLM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记录幻觉例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留证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幻觉案例≥2条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链路跑通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知识切分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检索top3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拼Prompt生成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检索≥80%有引用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参数调优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k对比3档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阈值过滤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评测表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检索≥85%可溯源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多源融合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手册工单两库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结果融合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冲突消解策略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检索≥90%加融合说明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检索全不中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query与库用词不搭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同义词扩展中文bigram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引用编号错乱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拼接时重排了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编号一次性生成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回答仍幻觉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检索空还硬答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空结果走查无依据分支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能跑通仿真环境随机基线——应用：见工单start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W13课中查①：'检索全不中'这个报错怎么排查？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W13-第20次课-RAG知识库问答（下）：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