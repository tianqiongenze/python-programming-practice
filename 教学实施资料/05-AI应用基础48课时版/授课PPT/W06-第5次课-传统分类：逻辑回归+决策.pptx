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知识卡1：分类建模五步：划分-训练-预测-评估-选型记录——应用：见工…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知识卡2：train_test分层划分：类别比例保持一致（strati…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知识卡3：逻辑回归：线性打分过sigmoid，输出可解释概率…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知识卡4：决策树：一连串if-else，可视化即规则——应用：见工单s…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知识卡5：混淆矩阵四格：TP/FP/FN/TN是一切指标的原材料…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知识卡6：F1=精确与召回的调和平均：误报漏报代价不同时的选择…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演示《双模型对比》：跑通→逐行→改参数（演的核心素材）。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演示《混淆矩阵》：跑通→逐行→改参数（演的核心素材）。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错误速查：现场制造「F1为0且accuracy高」带学生三步排查。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传统分类：逻辑回归+决策树（上）：基础实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第6周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逻辑回归：线性打分过sigmoid，输出可解释概率 · 决策树：一连串if-else，可视化即规则——应用：见工单starter与教师参考实现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W6课前测①：本课工单M2-1a的及格线是什么？（答：F1≥0.70且口径正确）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W6课前测②：'分层train/test'用一句话说说你的理解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能计算并解读混淆矩阵与F1——应用：见工单starter与教师参考实现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能从业务代价角度选阈值——应用：见工单starter与教师参考实现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能写选型决策记录——应用：见工单starter与教师参考实现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关键代码：双模型对比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sklearn.linear_model import LogisticRegression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sklearn.tree import DecisionTreeClassifier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m in [LogisticRegression(max_iter=1000), DecisionTreeClassifier(max_depth=5)]: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m.fit(X_tr, y_tr); print(type(m).__name__, m.score(X_te,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关键代码：混淆矩阵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confusion_matrix, f1_score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pred = m.predict(X_te)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print(confusion_matrix(y_te, pred), "F1=", f1_score(y_te, 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跑通LR基线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train_test_split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fit+predict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基线accuracy输出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双模型加F1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加决策树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算F1对比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F1≥0.70口径正确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代价敏感选型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误报漏报成本假设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调阈值比F1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选型记录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给出阈值方案与理由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类别不平衡攻防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class_weight均衡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对比采样法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报告权衡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F1≥0.85或方案论证充分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F1为0且accuracy高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分层划分加class_weight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max_iter警告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逻辑回归未收敛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增大max_iter或标准化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树过深过拟合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训练1.0测试0.6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限制max_depth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W6课前测①：本课工单M2-1a的及格线是什么？（答：F1≥0.70且口径正确）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W06-第5次课-传统分类：逻辑回归+决策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