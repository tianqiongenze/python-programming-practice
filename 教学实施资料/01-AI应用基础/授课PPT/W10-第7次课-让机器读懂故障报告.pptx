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开场30秒：本次课《让机器读懂故障报告》，80分钟＝2课时×40分钟。课前已发工单+starter+微课知识卡，资讯·计划线上完成。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情境说书（30秒，口头讲，不必逐字念）：运维知识库积压了三年故障报修单，派单全靠调度员经验。老周要'让文字自己找到主人'——工单M4.1：训练一个把故障文本自动分到五个专业组的分类器。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知识卡1：NLP：让机器处理自然语言文本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知识卡2：分词：jieba精确模式切词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知识卡3：停用词：的/了等无信息词需过滤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知识卡4：词袋模型：文本→词频向量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知识卡5：TF-IDF：常见词降权、专属词升权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知识卡6：文本分类：向量→类别标签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知识卡7：数据泄漏：向量化只能fit训练集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现场演示《文本分类管线》：三步走——先整段跑通看结果，再逐行讲关键语句，最后现场改一个参数看输出变化（演10分钟的核心素材）。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现场演示《Top关键词》：三步走——先整段跑通看结果，再逐行讲关键语句，最后现场改一个参数看输出变化（演10分钟的核心素材）。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工单发布话术：'设备智能运维中心发来工单M4.1《工业故障报告自动分类系统》，及格线是准，优秀线看A层标准'——念完发starter。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错误速查：现场演示第一条——制造「Top10全是虚词」，带着学生按'现象→原因→解决'三步排查。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让机器读懂故障报告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第十周 · 第7次课（2课时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让机器读懂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故障报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NLP：让机器处理自然语言文本 · 分词：jieba精确模式切词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停用词：的/了等无信息词需过滤 · 词袋模型：文本→词频向量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jieba分词+停用词过滤管线 · TF-IDF向量化(Pipeline防泄漏)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理解文本预处理、分词、向量化（TF-IDF）的基本原理；掌握文本分类的完整流程；理解大语言模型（LLM）的基本概念。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能够使用jieba与TF-IDF完成工业故障报告自动分类（准确率≥0.75，优秀≥0.85）；能够解释关键词对分类结果的贡献。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认识非结构化文本数据的价值，培养将现场经验沉淀为知识库的数据资产意识。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TF-IDF中的IDF让什么样的词权重更高？停用词不滤会怎样？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TF-IDF中的IDF让什么样的词权重更高？停用词不滤会怎样？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停用词不滤则“的/了”霸榜Top10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运维知识库积压了三年故障报修单，派单全靠调度员经验。老周要'让文字自己找到主人'——工单M4.1：训练一个把故障文本自动分到五个专业组的分类器。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NLP：让机器处理自然语言文本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分词：jieba精确模式切词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停用词：的/了等无信息词需过滤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词袋模型：文本→词频向量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TF-IDF：常见词降权、专属词升权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文本分类：向量→类别标签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数据泄漏：向量化只能fit训练集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NLP：让机器处理自然语言文本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分词：jieba精确模式切词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停用词：的/了等无信息词需过滤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词袋模型：文本→词频向量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TF-IDF：常见词降权、专属词升权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从文字到向量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分词（jieba）→去停用词→TF-IDF加权（常见词权重低、专属词权重高）→稀疏向量进分类器。文本挖掘的第一步都是“翻译成数字”。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数据泄漏警戒线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TF-IDF只能fit训练集：若fit了全量，测试集的词分布信息就泄入模型，指标虚高不可信。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jieba分词+停用词过滤管线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TF-IDF向量化(Pipeline防泄漏)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NB与LR双分类器对比评估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输出Top关键词并解释贡献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让机器读懂故障报告（1）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NLP基础理论（30分钟）：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自然语言处理概述与工业应用（故障说明分类、工程文档管理）；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文本预处理：分词（jieba）、去停用词；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文本向量化：词袋模型、TF-IDF；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文本分类与情感分析的基本流程。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让机器读懂故障报告（2）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演示与工单项目M4.1实验：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演示NLP模型处理中文故障报告的效果；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使用jieba对工业故障说明文本进行中文分词；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TF-IDF特征提取与分类模型训练（≥5类故障）；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评估分类准确率并解释关键词贡献；知识补充：TextVectorizer类与TextClassifier类的OOP设计。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关键代码：文本分类管线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sklearn.pipeline import make_pipeline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sklearn.feature_extraction.text import TfidfVectorizer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cut(t): return " ".join(w for w in jieba.cut(t)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    if w not in STOP and len(w)&gt;1)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pipe = make_pipeline(TfidfVectorizer(max_features=2000),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LogisticRegression(max_iter=1000))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pipe.fit([cut(t) for t in texts_train], labels_train)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关键代码：Top关键词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jieba.analyse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print(jieba.analyse.extract_tags(" ".join(all_texts), topK=10,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          withWeight=True))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决策：分类器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分类器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朴素贝叶斯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逻辑回归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实施任务：工单M4.1《工业故障报告自动分类系统》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jieba分词+停用词过滤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TF-IDF向量化(2000维)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训练两分类器并对比指标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预测自收集新文本+Top10关键词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准确率≥0.75；能预测新文本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≥0.85；混淆矩阵分析+关键词解释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分词体验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jieba.cut两句故障描述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对比去停用词前后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看Top10词表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能看懂词云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单分类器管线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完成分词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TF-IDF+NB训练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预测3条新文本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准确率≥0.75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双分类器完整对比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分词+停用词过滤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Pipeline(NB/LR)训练对比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预测自收集新文本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混淆矩阵+词典调优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混淆矩阵找易混两类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加自定义词典或ngram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解释关键词贡献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准确率≥0.85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混淆矩阵分析哪两类易混并给出词表级解释（如液压vs传动共享词）)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jieba分词+停用词过滤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TF-IDF向量化(2000维)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训练两分类器并对比指标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预测自收集新文本+Top10关键词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停用词不滤则“的/了”霸榜Top10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Pipeline组合向量化与分类器可自动避免泄漏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新文本预测要过同一个cut()预处理函数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Top10全是虚词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停用词没滤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扩充STOP表再统计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测试指标虚高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向量化fit了全量(泄漏)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Pipeline只在训练集fit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中文乱码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编码不一致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统一encoding='utf-8'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运行时出现「Top10全是虚词」，你的排查顺序是？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原因是停用词没滤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完成工单项目M4.1《工业故障报告自动分类系统》：准确率≥0.75，优秀标准≥0.85且能解释关键词贡献、结果可视化；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每人收集10条真实风格的设备故障描述，扩充班级语料库；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预习Prompt工程与大模型API调用方式。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49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49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三版Prompt对比实验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RAG相比纯LLM回答的优势是什么？企业数据合规要注意什么？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