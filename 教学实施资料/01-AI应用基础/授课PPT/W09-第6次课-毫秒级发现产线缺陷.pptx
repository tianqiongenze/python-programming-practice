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开场30秒：本次课《毫秒级发现产线缺陷》，80分钟＝2课时×40分钟。课前已发工单+starter+微课知识卡，资讯·计划线上完成。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情境说书（30秒，口头讲，不必逐字念）：产线节拍升级到3秒/件，人工复判又成瓶颈。老周批了新的算力申请单（备注：机房无GPU）——工单M3.2：用预训练YOLO在CPU上把实时质检跑起来，阈值与速度你来权衡。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知识卡1：YOLO：整图一次前向输出全部候选框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知识卡2：输出张量(84,8400)：0-3行xywh、4-83行80类分数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知识卡3：置信度过滤+NMS去重叠框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知识卡4：imgsz输入尺寸：大→准但慢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知识卡5：FPS衡量实时性；产线节拍是硬约束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知识卡6：训练/推理分离：GPU训练、CPU推理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知识卡7：微调：预训练权重+自有数据继续训练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现场演示《ONNX解析(84,8400)》：三步走——先整段跑通看结果，再逐行讲关键语句，最后现场改一个参数看输出变化（演10分钟的核心素材）。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现场演示《FPS计时(warmup后)》：三步走——先整段跑通看结果，再逐行讲关键语句，最后现场改一个参数看输出变化（演10分钟的核心素材）。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工单发布话术：'设备智能运维中心发来工单M3.2《产线实时缺陷检测系统》，及格线是C，优秀线看A层标准'——念完发starter。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错误速查：现场演示第一条——制造「在线下载权重失败」，带着学生按'现象→原因→解决'三步排查。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毫秒级发现产线缺陷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毫秒级发现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YOLO：整图一次前向输出全部候选框 · 输出张量(84,8400)：0-3行xywh、4-83行80类分数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置信度过滤+NMS去重叠框 · imgsz输入尺寸：大→准但慢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加载本地权重执行CPU推理 · 解析(84,8400)输出并画框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掌握YOLO算法的核心思想与输出结构；理解mAP、FPS等检测指标的含义；了解工业质检系统的完整架构。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能够使用YOLOv8建立产线实时缺陷检测系统（mAP≥0.70，优秀≥0.80且推理速度较默认配置提升≥50%）；能够优化推理性能。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建立系统级工程视角，理解算法精度与生产节拍（实时性）之间的工程权衡。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权重从data/weights离线加载，禁止课堂在线下载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产线节拍升级到3秒/件，人工复判又成瓶颈。老周批了新的算力申请单（备注：机房无GPU）——工单M3.2：用预训练YOLO在CPU上把实时质检跑起来，阈值与速度你来权衡。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YOLO：整图一次前向输出全部候选框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输出张量(84,8400)：0-3行xywh、4-83行80类分数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置信度过滤+NMS去重叠框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imgsz输入尺寸：大→准但慢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FPS衡量实时性；产线节拍是硬约束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训练/推理分离：GPU训练、CPU推理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微调：预训练权重+自有数据继续训练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YOLO：整图一次前向输出全部候选框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输出张量(84,8400)：0-3行xywh、4-83行80类分数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置信度过滤+NMS去重叠框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imgsz输入尺寸：大→准但慢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FPS衡量实时性；产线节拍是硬约束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YOLO一次看全图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整图一次前向输出8400个候选框及80类分数；非极大值抑制去掉重叠框。快的关键=不再滑窗重复计算。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阈值与速度的工程权衡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conf阈值低→漏检少误检多；imgsz小→快但小目标丢。产线节拍3秒/件是硬约束，配置要用数据说话。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加载本地权重执行CPU推理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解析(84,8400)输出并画框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conf阈值实验与imgsz三档FPS测试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输出精度-速度权衡决策矩阵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毫秒级发现产线缺陷（1）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YOLO与实时检测技术：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YOLO（YOLOv5/YOLOv8）物体检测算法的核心思想：一次前向传播完成多目标检测；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检测输出解读：边界框、置信度、类别概率、mAP指标；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数据集准备与标注（labelimg）方法（教师演示）；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模型部署与性能优化：推理速度（FPS）与精度的平衡；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工业质检系统完整架构：图像采集→推理→判定→剔除→统计。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毫秒级发现产线缺陷（2）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工单项目M3.2实验（80分钟，CPU机房可完整实施）：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使用教师提供的YOLOv8n预训练模型（离线权重包）进行CPU实时推理；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对电子产品、包装图像进行缺陷检测（≥3类）；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性能优化：调整输入尺寸、置信度阈值，测试并提升推理速度（FPS）；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模型微调由教师GPU端演示，云端训练为课后选做（训练与推理分离）。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关键代码：ONNX解析(84,8400)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x})[0][0]   # (84,8400)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cls = out[4:]                               # (80,8400)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conf, cid = cls.max(0), cls.argmax(0)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np.where(conf &gt; 0.4)[0]              # 阈值过滤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out[:4, keep].T                      # cx,cy,w,h @640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关键代码：FPS计时(warmup后)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range(3): model.predict(img, imgsz=sz, verbose=False)  # warmup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time.time()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range(10): model.predict(img, imgsz=sz, verbose=False)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print(f"FPS={10/(time.time()-t0):.1f}")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决策：产线配置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检出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误检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imgsz=320,conf=0.4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imgsz=160,conf=0.4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imgsz=640,conf=0.4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实施任务：工单M3.2《产线实时缺陷检测系统》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加载离线权重推理≥20张并可视化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conf∈{0.25,0.4,0.6,0.8}阈值实验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imgsz三档FPS测试(warmup后计时)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填写精度-速度权衡矩阵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CPU推理+可视化完成；阈值实验完整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FPS≥20且检出稳定；权衡分析有理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零检出观察讨论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实物照推理看检出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缺陷图推理看零检出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讨论原因写两句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能说为何需微调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加载yolov8n权重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推理5张出结果图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记录检出数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能出标注图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完整推理+双实验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推理20张并可视化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conf四档阈值实验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imgsz三档FPS测试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检出稳定+实验记录全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推理优化量化提速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batch推理/输入裁剪实验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量化前后FPS对比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写权衡结论入工单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较默认提速≥50%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尝试batch推理或输入裁剪优化，量化提速百分比并写结论)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加载离线权重推理≥20张并可视化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conf∈{0.25,0.4,0.6,0.8}阈值实验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imgsz三档FPS测试(warmup后计时)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填写精度-速度权衡矩阵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权重从data/weights离线加载，禁止课堂在线下载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FPS计时只包推理段：warmup 3帧后再计时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ONNX输出是(84,8400)：0-3行xywh，4-83行类别分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在线下载权重失败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机房无外网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用data/weights离线加载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框画错位置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640坐标没还原原图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按缩放比换算回原尺寸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FPS忽小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把IO也计进去了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只计predict段并warmup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运行时出现「在线下载权重失败」，你的排查顺序是？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原因是机房无外网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完成工单项目M3.2《产线实时缺陷检测系统》：mAP≥0.70，优秀标准mAP≥0.80且推理速度较默认配置（imgsz=640）提升≥50%、检测结果可视化完善；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撰写精度—速度权衡分析记录；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预习中文分词与文本分类概念。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jieba分词+停用词过滤管线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