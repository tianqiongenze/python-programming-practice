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开场30秒：本次课《打造工业现场的智能决策助手》，80分钟＝2课时×40分钟。课前已发工单+starter+微课知识卡，资讯·计划线上完成。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知识卡1：LLM大语言模型：生成式文本能力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知识卡2：Prompt工程：角色设定/上下文/示例引导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知识卡3：RAG=检索+生成：知识库TopK注入Prompt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知识卡4：Agent：LLM+工具调用+多步规划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知识卡5：幻觉：无依据生成→需检索锚定与校验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知识卡6：数据合规：企业数据不出域、脱敏前置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知识卡7：容错三招：超时/重试/降级话术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现场演示《带容错的调用》：三步走——先整段跑通看结果，再逐行讲关键语句，最后现场改一个参数看输出变化（演10分钟的核心素材）。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现场演示《RAG注入》：三步走——先整段跑通看结果，再逐行讲关键语句，最后现场改一个参数看输出变化（演10分钟的核心素材）。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工单发布话术：'设备智能运维中心发来工单M4.2《工业智能决策助手系统》，及格线是正，优秀线看A层标准'——念完发starter。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错误速查：现场演示第一条——制造「回答无依据」，带着学生按'现象→原因→解决'三步排查。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打造工业现场的智能决策助手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RAG=检索+生成：知识库TopK注入Prompt · Agent：LLM+工具调用+多步规划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能够构建集成LLM与知识库的工业智能决策助手（正确回答≥5个典型工业问题）；能够设计Agent类、Tool类并实现多步推理。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树立AI伦理与数据安全意识（企业数据不出域），培养追踪前沿技术并落地工业场景的创新精神。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requests必须timeout=5并捕获异常做降级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Prompt工程：角色设定/上下文/示例引导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RAG=检索+生成：知识库TopK注入Prompt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Agent：LLM+工具调用+多步规划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幻觉：无依据生成→需检索锚定与校验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数据合规：企业数据不出域、脱敏前置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容错三招：超时/重试/降级话术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Prompt工程：角色设定/上下文/示例引导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RAG=检索+生成：知识库TopK注入Prompt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Agent：LLM+工具调用+多步规划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幻觉：无依据生成→需检索锚定与校验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RAG：给大模型一本说明书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先检索本地知识库Top2条→注入Prompt的CONTEXT→LLM据此作答。优点：可溯源、知识可更新、抑制幻觉。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Agent两步推理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判断（是否含数值需查阈值？）→调工具（阈值判定/知识检索）→汇总回答。LLM是大脑，工具是手脚。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三版Prompt对比实验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KnowledgeBase检索注入CONTEXT（检索双解：重合度打分→Chroma向量库）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Agent两步推理(判断→工具→汇总)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requests容错( timeout/重试/降级)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大模型与智能体技术：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大语言模型（LLM）基础：ChatGPT、文心一言、通义千问的能力边界；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Prompt工程：角色设定、上下文、示例引导等提示词优化技巧；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检索增强生成（RAG）：知识库+LLM的问答架构；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智能体（Agent）系统：多步推理、工具调用链；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工业应用：智能问答、文档理解、决策支持。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演示与工单项目M4.2实验（60分钟，离线可用）：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演示LLM工业问答与RAG检索效果、简单智能体的决策过程；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通过本地模拟LLM服务（离线可用、OpenAI兼容接口）调用大模型解决工业问题，优化Prompt获得更精准回答（课内必做）；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构建简单RAG系统（工业规范知识库+查询）；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设计Agent类、Tool类、KnowledgeBase类，实现多步推理与工具调用链；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真实国产大模型API为课后选做（企业数据脱敏合规前置）；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7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6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课程总结与综合项目布置。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关键代码：带容错的调用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chat(msgs, retries=2):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i in range(retries+1):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r = requests.post(URL, json={"messages":msgs},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if r.status_code == 200: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return r.json()["choices"][0]["message"]["content"]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except requests.RequestException: pass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"[降级]服务暂不可用，已转人工工单。"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关键代码：RAG注入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"\n".join(kb.retrieve(question, topk=2))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answer = chat([{"role":"system","content":"CONTEXT:"+ctx},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{"role":"user","content":question}])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决策：检索策略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命中率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实现难度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关键词匹配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TF-IDF相似度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实施任务：工单M4.2《工业智能决策助手系统》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同一问题3版Prompt对比(朴素/角色/示例)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KnowledgeBase检索注入CONTEXT再生成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Agent: 工具判断→阈值判定→汇总回答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容错: 超时重试+降级话术实测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正确回答≥5个典型问题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≥10问+RAG提升明显+多轮对话+容错通过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跑通一次问答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把Prompt改得更具体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观察回答变化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能复述容错逻辑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基础问答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调用本地LLM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优化一次Prompt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记录5组问答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≥5问正确回答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RAG链路+Prompt对比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三版Prompt实验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检索注入CONTEXT再生成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记录是否grounded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≥7问有依据回答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多轮对话+容错实测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加对话历史拼接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HALLUCINATE=1容错实测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RAG前后对比记录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≥10问且过程清晰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实现多轮对话记忆（历史拼接），测试连续追问的上下文保持)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同一问题3版Prompt对比(朴素/角色/示例)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KnowledgeBase检索注入CONTEXT再生成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Agent: 工具判断→阈值判定→汇总回答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容错: 超时重试+降级话术实测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requests必须timeout=5并捕获异常做降级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企业数据不出域：课内用本地模拟LLM，真实API选做且先脱敏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检索只取Top2，Prompt过长反而稀释注意力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回答无依据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检索结果注入CONTEXT前缀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程序卡死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requests加timeout=5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真实API被叫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合规红线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课内只用本地模拟LLM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运行时出现「回答无依据」，你的排查顺序是？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完成工单项目M4.2《工业智能决策助手系统》：正确回答≥5个典型工业问题，优秀标准≥10个、支持多轮对话且Agent推理过程清晰；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完成课程学习总结（各模块知识图谱）；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准备综合项目：自选1个工业场景，设计完整AI应用系统方案。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