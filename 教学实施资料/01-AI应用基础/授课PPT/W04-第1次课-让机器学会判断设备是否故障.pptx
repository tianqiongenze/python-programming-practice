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开场30秒：本次课《让机器学会判断设备是否故障》，80分钟＝2课时×40分钟。课前已发工单+starter+微课知识卡，资讯·计划线上完成。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周一早会，运维中心大屏跳出黄色预警：3号泵站振动连续三日爬升。老周把'泵类故障诊断'立项单递给林工：'别再凭耳朵听了，教小郑用数据说话。'林工转头发来300条历史运行参数和首张工单M1.1——你的AI第一课，从让模型听懂泵的'心跳'开始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知识卡1：监督学习：从带标签历史数据学习“特征→类别”映射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知识卡2：分类vs回归：离散类别vs连续数值；故障三态判别属分类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知识卡3：逻辑回归：线性边界+sigmoid概率，可解释强、速度快的基线模型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知识卡4：决策树：if-else树状切分，可读性最好，易过拟合需限深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知识卡5：随机森林：多棵树投票，精度稳定性佳，可输出特征重要度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知识卡6：四项指标：准确率(总体)、精确率(报准)、召回率(抓全)、F1(调和)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知识卡7：分层划分：train/test类别比例一致，小数据集必用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现场演示《五步模板(核心骨架)》：三步走——先整段跑通看结果，再逐行讲关键语句，最后现场改一个参数看输出变化（演10分钟的核心素材）。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现场演示《四指标一次算齐》：三步走——先整段跑通看结果，再逐行讲关键语句，最后现场改一个参数看输出变化（演10分钟的核心素材）。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工单发布话术：'设备智能运维中心发来工单M1.1《泵类设备故障诊断系统》，及格线是准，优秀线看A层标准'——念完发starter。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错误速查：现场演示第一条——制造「准确率忽高忽低」，带着学生按'现象→原因→解决'三步排查。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让机器学会判断设备是否故障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第四周 · 第1次课（2课时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让机器学会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判断设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监督学习：从带标签历史数据学习“特征→类别”映射 · 分类vs回归：离散类别vs连续数值；故障三态判别属分类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逻辑回归：线性边界+sigmoid概率，可解释强、速度快的基线模型 · 决策树：if-else树状切分，可读性最好，易过拟合需限深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用NumPy读写CSV并切分X/y · 调用sklearn三分类器并fit/predict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理解监督学习、分类与回归的基本概念；掌握逻辑回归、决策树、随机森林的原理与适用场景；理解准确率、精确率、召回率、F1值四项评估指标的含义。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能够使用scikit-learn加载预训练模型并对新的故障数据进行预测；能够计算并解读模型评估指标；能够用OOP方式封装模型调用流程。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树立数据驱动的工程决策意识，理解AI技术在设备健康管理（PHM）中的岗位价值，培养“工业互联网现场工程师”的职业认同。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监督学习中"分类"与"回归"的区别是什么？漏报更影响精确率还是召回率？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监督学习中"分类"与"回归"的区别是什么？漏报更影响精确率还是召回率？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train_test_split必须加stratify=y保持三类比例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周一早会，运维中心大屏跳出黄色预警：3号泵站振动连续三日爬升。老周把'泵类故障诊断'立项单递给林工：'别再凭耳朵听了，教小郑用数据说话。'林工转头发来300条历史运行参数和首张工单M1.1——你的AI第一课，从让模型听懂泵的'心跳'开始。</a:t>
            </a: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监督学习：从带标签历史数据学习“特征→类别”映射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分类vs回归：离散类别vs连续数值；故障三态判别属分类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逻辑回归：线性边界+sigmoid概率，可解释强、速度快的基线模型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决策树：if-else树状切分，可读性最好，易过拟合需限深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随机森林：多棵树投票，精度稳定性佳，可输出特征重要度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四项指标：准确率(总体)、精确率(报准)、召回率(抓全)、F1(调和)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分层划分：train/test类别比例一致，小数据集必用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监督学习：从带标签历史数据学习“特征→类别”映射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分类vs回归：离散类别vs连续数值；故障三态判别属分类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逻辑回归：线性边界+sigmoid概率，可解释强、速度快的基线模型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决策树：if-else树状切分，可读性最好，易过拟合需限深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随机森林：多棵树投票，精度稳定性佳，可输出特征重要度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监督学习与分类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从带标签的历史数据中学习“特征→类别”映射：输入设备四参数，输出三态类别。与回归（预测连续值）相对；工业故障诊断本质是分类问题。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四项评估指标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准确率=对/总数；精确率=报故障中真是故障的占比（影响误停机成本）；召回率=真故障被抓到的占比（影响漏检风险）；F1=二者的调和平均。漏报代价高→重点看召回。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用NumPy读写CSV并切分X/y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调用sklearn三分类器并fit/predict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计算并解读四项评估指标(宏平均)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按决策矩阵选择交付模型并说明理由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让机器学会判断设备是否故障（1）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机器学习与工业AI认知：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监督学习、分类与回归的基本概念与适用场景；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逻辑回归、决策树、随机森林三类分类算法的原理直观对比；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模型评估指标：准确率、精确率、召回率、F1值的含义与计算；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工业故障诊断业务逻辑：数据→特征→模型→决策的完整链条。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让机器学会判断设备是否故障（2）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演示与工单项目M1.1实验：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演示3个分类模型在泵类设备故障诊断中的实际应用与优缺点对比；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使用scikit-learn加载设备运行数据（转速、温度、压力、振动）；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数据预处理与训练集/测试集划分，训练分类模型并预测新样本；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评估模型并解读各指标；知识补充：模型即对象——属性（参数）与方法（predict、score），用类封装模型与数据处理流程。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关键代码：五步模板(核心骨架)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sklearn.ensemble import RandomForestClassifier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sklearn.model_selection import train_test_split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numpy as np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data = np.genfromtxt("data/pump_fault.csv", delimiter=",", skip_header=1)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X, y = data[:, :5], data[:, 5].astype(int)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Xtr, Xte, ytr, yte = train_test_split(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X, y, test_size=0.25, stratify=y, random_state=42)   # 分层!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model = RandomForestClassifier(n_estimators=100, random_state=42)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model.fit(Xtr, ytr)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print("准确率:", (model.predict(Xte) == yte).mean())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关键代码：四指标一次算齐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sklearn.metrics import (accuracy_score, precision_score,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        recall_score, f1_score)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 = model.predict(Xte)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print(f"准确率{accuracy_score(yte,p):.3f} 精确率{precision_score(yte,p,average='macro'):.3f}"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f" 召回率{recall_score(yte,p,average='macro'):.3f} F1{f1_score(yte,p,average='macro'):.3f}")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决策：选择交付模型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候选模型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速度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逻辑回归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决策树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随机森林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实施任务：工单M1.1《泵类设备故障诊断系统》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NumPy加载pump_fault.csv并分层划分(75%/25%)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训练三个分类器并计算四项指标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填写决策矩阵确定交付模型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预测2个新样本并输出对照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准确率≥0.75；能口述四项指标含义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≥0.85；三模型对比表+决策矩阵规范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跑通模型调用五步模板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运行starter示例单元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把模型换成决策树再跑一次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记录两轮准确率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程序出结果+口述指标含义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完成单模型基线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加载CSV并划分数据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训练随机森林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计算准确率与F1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准确率≥0.75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完成三分类器训练与评估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加载pump_fault.csv并分层划分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训练LR/DT/RF三模型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输出四指标对照表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准确率≥0.80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三模型对比+决策矩阵+错误样本分析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三模型同台对比并记录指标表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选2个错判样本分析共性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填写决策矩阵并准备1分钟讲解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准确率≥0.85且决策答辩流畅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对比三模型在同一错误样本上的表现，找出难分样本共性并写改进假设)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NumPy加载pump_fault.csv并分层划分(75%/25%)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31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2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31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训练三个分类器并计算四项指标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5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5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4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填写决策矩阵确定交付模型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8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8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7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预测2个新样本并输出对照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train_test_split必须加stratify=y保持三类比例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固定random_state=42保证结果可复现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先看类别分布再谈指标，不均衡时准确率会骗人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准确率忽高忽低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未固定random_state/未分层划分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加random_state=42与stratify=y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漏检轴承磨损严重但指标尚可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只看了准确率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漏报代价高→重点核查召回率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predict报维度错误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训练时X含标签列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切X=data[:,:5]勿带第6列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运行时出现「准确率忽高忽低」，你的排查顺序是？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原因是未固定random_state/未分层划分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提交物与评分（工单M1.1）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学号_姓名_M1.1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完成工单项目M1.1《泵类设备故障诊断系统》：模型准确率≥0.75，能清晰说明各评估指标的含义；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撰写实验记录：记录三个分类模型在同一数据集上的指标对比表；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预习特征工程相关内容（数据归一化、标准化）。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49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49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49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49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派生≥2个物理含义明确的特征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Min-Max归一化与Z-score标准化各适用什么分布？树模型需要归一化吗？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