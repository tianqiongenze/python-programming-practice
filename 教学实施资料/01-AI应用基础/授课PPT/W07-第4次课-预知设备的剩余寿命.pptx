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开场30秒：本次课《预知设备的剩余寿命》，80分钟＝2课时×40分钟。课前已发工单+starter+微课知识卡，资讯·计划线上完成。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焊缝检测初见成效，方总监在集团例会上点名表扬。会上他又抛出新题：12台主风机的轴承换一次要停线两天，'能不能提前知道它还能撑多久？'——工单M2.2：用振动序列预测轴承剩余寿命RUL（本周同步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知识卡1：时间序列：按时间顺序记录的序列数据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知识卡2：滑动窗口：前w步作输入、第w+1步作标签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知识卡3：RNN缺陷：长序列梯度消失→LSTM引入门控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知识卡4：LSTM三门：遗忘/输入/输出控制记忆读写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知识卡5：RUL剩余寿命：归一化1→0表示健康→失效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知识卡6：回归指标：MSE/RMSE/MAE越小越好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知识卡7：早停：验证loss不再下降即停，防过拟合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现场演示《LSTM模型定义》：三步走——先整段跑通看结果，再逐行讲关键语句，最后现场改一个参数看输出变化（演10分钟的核心素材）。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现场演示《三指标计算》：三步走——先整段跑通看结果，再逐行讲关键语句，最后现场改一个参数看输出变化（演10分钟的核心素材）。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工单发布话术：'设备智能运维中心发来工单M2.2《轴承寿命预测系统》，及格线是M，优秀线看A层标准'——念完发starter。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错误速查：现场演示第一条——制造「MSE降后回升」，带着学生按'现象→原因→解决'三步排查。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预知设备的剩余寿命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预知设备的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剩余寿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时间序列：按时间顺序记录的序列数据 · 滑动窗口：前w步作输入、第w+1步作标签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RNN缺陷：长序列梯度消失→LSTM引入门控 · LSTM三门：遗忘/输入/输出控制记忆读写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可视化窗口-标签对应关系(--viz) · 构建LSTM回归模型并训练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理解RNN/LSTM处理时序数据的基本原理；掌握MSE、RMSE、MAE误差指标的含义；了解迁移学习与预训练模型的使用。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能够使用LSTM完成轴承寿命预测（MSE&lt;0.15）；能够对比多种模型并解读预测结果的业务意义。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建立“预测性维护”的工程价值认知，培养用数据支撑维护决策的责任意识。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窗口X与标签y错位是头号bug，用--viz可视化核对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焊缝检测初见成效，方总监在集团例会上点名表扬。会上他又抛出新题：12台主风机的轴承换一次要停线两天，'能不能提前知道它还能撑多久？'——工单M2.2：用振动序列预测轴承剩余寿命RUL（本周同步中期诊断）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时间序列：按时间顺序记录的序列数据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滑动窗口：前w步作输入、第w+1步作标签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RNN缺陷：长序列梯度消失→LSTM引入门控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LSTM三门：遗忘/输入/输出控制记忆读写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RUL剩余寿命：归一化1→0表示健康→失效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回归指标：MSE/RMSE/MAE越小越好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早停：验证loss不再下降即停，防过拟合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时间序列：按时间顺序记录的序列数据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滑动窗口：前w步作输入、第w+1步作标签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RNN缺陷：长序列梯度消失→LSTM引入门控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LSTM三门：遗忘/输入/输出控制记忆读写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RUL剩余寿命：归一化1→0表示健康→失效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滑动窗口造样本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像“看前7天温度预测第8天”：取连续20步振动作为输入X，第21步的RUL作为标签y，步长1滑动切出全部样本。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LSTM的门控记忆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遗忘门决定丢掉什么旧信息、输入门决定写入什么新信息——比普通网络多了“记忆开关”，适合缓变退化趋势建模。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可视化窗口-标签对应关系(--viz)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构建LSTM回归模型并训练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计算MSE/RMSE/MAE三指标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绘制真实vs预测RUL曲线并业务解读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预知设备的剩余寿命（1）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时间序列与LSTM理论认知：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循环神经网络（RNN）与LSTM的基本概念：记忆单元、时序依赖；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时间序列数据的特性：趋势、周期、噪声；滑动窗口构建样本的方法；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工业参数预测场景：设备剩余使用寿命（RUL）预测、功耗预测；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预测误差指标：MSE、RMSE、MAE的含义。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预知设备的剩余寿命（2）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工单项目M2.2实验（80分钟）：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轴承振动时间序列数据预处理与滑动窗口样本构建；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构建并训练LSTM模型，进行剩余寿命预测；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对比LSTM与传统方法的预测误差，可视化预测曲线。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关键代码：LSTM模型定义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RULNet(nn.Module):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self.lstm = nn.LSTM(1, 32, batch_first=True)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self.fc = nn.Linear(32, 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forward(self, x):              # (N,20,1)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out, _ = self.lstm(x)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self.fc(out[:, -1, :]).squeeze(-1)  # 取最后时刻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关键代码：三指标计算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 = model(Xte).detach().numpy()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mse = ((p - yte.numpy())**2).mean()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print(f"MSE={mse:.4f} RMSE={mse**0.5:.4f} MAE={abs(p-yte.numpy()).mean():.4f}")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决策：模型选型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拟合能力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LSTM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线性回归基线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实施任务：工单M2.2《轴承寿命预测系统》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可视化一个“输入窗口→标签RUL”样例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训练RULNet(≤60 epochs)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计算MSE/RMSE/MAE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绘制真实vs预测RUL曲线+业务解读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MSE&lt;0.15；能预测与可视化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MSE&lt;0.10；对比≥2模型；解读有业务意义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窗口可视化理解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运行--viz出图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换一个样本i再看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口头解释RUL含义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能讲清输入标签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跑通训练与评估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加载bearing_rul.npz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训练60轮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算MSE并画曲线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MSE&lt;0.15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完整LSTM预测流程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跑--viz核对窗口对齐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训练RULNet(≤60轮)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三指标+预测曲线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MSE≤0.12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LSTMvs线性基线对比+敏感性实验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训练线性回归基线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对比两模型误差曲线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改窗口长度w=10/20/30看影响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MSE&lt;0.10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对比LSTM与线性基线的误差曲线，指出LSTM在哪个退化阶段增益最大)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可视化一个“输入窗口→标签RUL”样例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训练RULNet(≤60 epochs)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计算MSE/RMSE/MAE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绘制真实vs预测RUL曲线+业务解读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窗口X与标签y错位是头号bug，用--viz可视化核对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CPU训练加早停，epochs≤60观察验证loss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RUL是回归任务，损失用MSELoss而非交叉熵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MSE降后回升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减轮数/加早停观察验证loss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预测全是一条直线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学习率过大或特征未归一化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lr=1e-3并检查输入尺度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X/y错位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窗口切分标签取错位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用--viz图核对t..t+19→t+20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运行时出现「MSE降后回升」，你的排查顺序是？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完成工单项目M2.2《轴承寿命预测系统》：MSE&lt;0.15，优秀标准&lt;0.10并对比多种模型；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撰写预测结果业务解读：说明预测误差对维护计划的影响；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预习数字图像基础（像素、色彩空间）。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构建预处理链条并可视化中间图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