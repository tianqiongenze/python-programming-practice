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开场30秒：本次课《给产品做一次视觉体检》，80分钟＝2课时×40分钟。课前已发工单+starter+微课知识卡，资讯·计划线上完成。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质检线来了新任务：一批精密结构件表面划痕/凹坑要全检，卡尺抽检跟不上节拍。林工给你一台工业相机和标定好的像素当量——工单M3.1：让OpenCV自动量出缺陷的毫米数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知识卡1：数字图像=二维矩阵；灰度图单通道0-255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知识卡2：色彩空间：GRAY/RGB/HSV及转换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知识卡3：高斯滤波：抑制噪声、平滑图像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知识卡4：阈值分割：灰度差→二值前景/背景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知识卡5：形态学开运算：先腐蚀后膨胀去噪点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知识卡6：轮廓：连通边界曲线；contourArea算面积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知识卡7：像素当量：标定1px=0.1mm，面积要平方换算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现场演示《测量链路核心》：三步走——先整段跑通看结果，再逐行讲关键语句，最后现场改一个参数看输出变化（演10分钟的核心素材）。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现场演示《面积换算(平方!)》：三步走——先整段跑通看结果，再逐行讲关键语句，最后现场改一个参数看输出变化（演10分钟的核心素材）。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工单发布话术：'设备智能运维中心发来工单M3.1《产品表面缺陷尺寸测量系统》，及格线是正，优秀线看A层标准'——念完发starter。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错误速查：现场演示第一条——制造「面积大10倍」，带着学生按'现象→原因→解决'三步排查。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课后任务逐条念，说明下次课的衔接关系；预告下次课前微课与导学单。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给产品做一次视觉体检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第八周 · 第5次课（2课时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本课主用：Jupyter（实训/演示）+ PyCharm CE（编码）+ Git/GitHub（每周提交）</a:t>
            </a:r>
          </a:p>
        </p:txBody>
      </p:sp>
      <p:pic>
        <p:nvPicPr>
          <p:cNvPr id="7" name="Picture 6" descr="W8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49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49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专业核心能力进阶课：无代码体验→轻代码实现→工业级应用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AI应用实践（中级）、工业互联网平台运维、计算机视觉工程师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前：无Python先修（零基础入门） → 本课(第4-11周，与Python基础并行) → 后：项目实战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49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给产品做一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次视觉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数字图像=二维矩阵；灰度图单通道0-255 · 色彩空间：GRAY/RGB/HSV及转换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高斯滤波：抑制噪声、平滑图像 · 阈值分割：灰度差→二值前景/背景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构建预处理链条并可视化中间图 · 阈值策略对比实验(全局/Otsu/自适应)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49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49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49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49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49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理解像素、色彩空间、直方图等图像基础概念；掌握滤波、边缘检测、形态学操作的原理与用途；理解工业视觉系统的架构。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能够使用OpenCV完成图像预处理与缺陷检测，尺寸测量误差&lt;10%（优秀&lt;5%）；能够对检测结果进行标注与可视化。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体会机器视觉替代人工目检的质量与效率价值，培养精益求精的检测标准意识。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49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像素面积350px²、当量0.1mm/px，物理面积是多少mm²？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导学单+预习自测已完成；data/数据已就位、starter可运行（--check环境OK）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49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像素面积350px²、当量0.1mm/px，物理面积是多少mm²？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面积换算记得平方：350px²→3.5mm²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49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质检线来了新任务：一批精密结构件表面划痕/凹坑要全检，卡尺抽检跟不上节拍。林工给你一台工业相机和标定好的像素当量——工单M3.1：让OpenCV自动量出缺陷的毫米数。</a:t>
            </a:r>
          </a:p>
        </p:txBody>
      </p:sp>
      <p:pic>
        <p:nvPicPr>
          <p:cNvPr id="9" name="Picture 8" descr="W8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49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49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数字图像=二维矩阵；灰度图单通道0-255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49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色彩空间：GRAY/RGB/HSV及转换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49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高斯滤波：抑制噪声、平滑图像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49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阈值分割：灰度差→二值前景/背景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49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形态学开运算：先腐蚀后膨胀去噪点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49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轮廓：连通边界曲线；contourArea算面积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49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B07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像素当量：标定1px=0.1mm，面积要平方换算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49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数字图像=二维矩阵；灰度图单通道0-255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色彩空间：GRAY/RGB/HSV及转换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高斯滤波：抑制噪声、平滑图像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阈值分割：灰度差→二值前景/背景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形态学开运算：先腐蚀后膨胀去噪点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49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处理链条思维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灰度化→滤波去噪→阈值分割→形态学→轮廓→测量：像流水线每道工序只解决一个问题。调试时逐环节可视化中间图定位问题。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像素当量换算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相机标定确定1像素=0.1mm：长度=像素长边×0.1；面积=像素面积×0.1²（平方！）。换算错误是本工单最典型失分点。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49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构建预处理链条并可视化中间图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阈值策略对比实验(全局/Otsu/自适应)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findContours提取并过滤轮廓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缺陷判型+尺寸换算+画框标注输出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49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评估指标公式卡（贴在显示器上）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0000" y="191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准确率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0000" y="247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对的 / 全部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0000" y="300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总体把握, 不均衡时会骗人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000" y="185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000" y="185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10000" y="191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精确率 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10000" y="247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报的真 / 全部报的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0000" y="300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误报成本高时看它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70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70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0000" y="376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召回率 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抓到的真 / 全部真的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0000" y="485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漏报(漏检)代价高时看它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000" y="370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60000" y="370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10000" y="376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F1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1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2PR / (P+R)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10000" y="485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精确与召回的调和平均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49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给产品做一次视觉体检（1）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数字图像处理理论（30分钟）：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数字图像基础：像素、分辨率、色彩空间（RGB/GRAY/HSV）；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图像处理操作：滤波去噪、边缘检测（Canny）、形态学操作（腐蚀/膨胀）；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特征提取与描述子概念（HOG、SIFT）；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工业应用：产线自动化检测的典型流程（采集→预处理→分割→测量→判定）。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49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给产品做一次视觉体检（2）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演示与工单项目M3.1实验：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演示边缘检测、轮廓提取在产线检测中的实时应用；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使用OpenCV读取产品表面图像，进行灰度化、滤波、阈值分割；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轮廓检测与缺陷尺寸（长度、面积）计算，结果标注输出。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49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关键代码：测量链路核心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blur = cv2.GaussianBlur(img, (5,5), 0)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_, bw = cv2.threshold(blur, 0, 255,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       cv2.THRESH_BINARY_INV + cv2.THRESH_OTSU)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cnts, _ = cv2.findContours(bw, cv2.RETR_EXTERNAL,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            cv2.CHAIN_APPROX_SIMPLE)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c in cnts: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if cv2.contourArea(c) &lt; 15: continue     # 滤噪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w, h = sorted(cv2.minAreaRect(c)[1])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length_mm = w * 0.1                      # 当量换算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49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关键代码：面积换算(平方!)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area_px = cv2.contourArea(c)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area_mm2 = area_px * 0.1 ** 2     # 350px²→3.5mm²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49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49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49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49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决策：阈值策略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策略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划痕检出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凹坑检出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噪点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全局阈值(100)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Otsu自动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自适应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49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实施任务：工单M3.1《产品表面缺陷尺寸测量系统》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灰度化→滤波→阈值分割→开运算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findContours提取轮廓并过滤噪点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判型(划痕/凹坑)并按当量换算尺寸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画框+文字标注输出结果图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正确检出标注；误差&lt;10%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误差&lt;5%；多缺陷全检出且美观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49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阈值实验体验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改阈值100→80→120看结果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记录检出变化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口述当量换算公式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能说出参数影响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49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单缺陷测量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跑通预处理链条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测一个缺陷尺寸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输出标注图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误差&lt;10%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49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完整测量链路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预处理→分割→轮廓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划痕长度/凹坑面积换算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标注图输出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误差&lt;8%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49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多缺陷全检出+误检归零分析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三种阈值策略各测5件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多缺陷件逐一检出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每个误检写成因分析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误差&lt;5%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多缺陷件全检出+误检率归零，并分析每个误检的成因)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49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灰度化→滤波→阈值分割→开运算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findContours提取轮廓并过滤噪点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判型(划痕/凹坑)并按当量换算尺寸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画框+文字标注输出结果图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面积换算记得平方：350px²→3.5mm²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轮廓用RETR_EXTERNAL避免内轮廓重复计数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阈值方向：缺陷暗背景亮→用THRESH_BINARY_INV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49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面积大10倍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当量没平方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×0.1²而不是×0.1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轮廓重复计数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用了RETR_TREE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改RETR_EXTERNAL只要外轮廓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阈值后全黑/全白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方向反了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暗缺陷用BINARY_INV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49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运行时出现「面积大10倍」，你的排查顺序是？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原因是当量没平方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49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49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49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提交物与评分（工单M3.1）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学号_姓名_M3.1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49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完成工单项目M3.1《产品表面缺陷尺寸测量系统》：正确检测并标注缺陷，测量误差&lt;10%，优秀标准&lt;5%且结果美观清晰；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记录不同滤波参数下的处理效果对比；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预习YOLO物体检测的基本概念。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49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模型可解释与数据伦理：不迷信黑盒, 尊重隐私与合规红线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工程化思维：从模型精度到系统可用, 版本可管理、结果可复现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持续学习：追踪大模型前沿, 用工单沉淀个人知识资产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49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49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49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下次课预告（第9周）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加载本地权重执行CPU推理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置信度阈值调高，漏检与误检各怎么变？你的机器CPU单帧约多少ms？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