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开场30秒：本次课《看得懂缺陷的神经网络》，80分钟＝2课时×40分钟。课前已发工单+starter+微课知识卡，资讯·计划线上完成。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知识卡1：神经元：加权求和+非线性激活(ReLU)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知识卡2：网络=层堆叠：Input→Conv→Pool→FC→Output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知识卡3：卷积核3×3扫图做局部加权→提取边缘/纹理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知识卡4：池化2×2取最大→尺寸减半、保留显著特征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知识卡5：形状追踪：(N,1,64,64)→conv→pool→…→(N,4)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知识卡6：归一化/255：把像素压到0-1，加速收敛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知识卡7：数据增强：翻转/平移扩充样本防过拟合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现场演示《TinyCNN前向(填空核心)》：三步走——先整段跑通看结果，再逐行讲关键语句，最后现场改一个参数看输出变化（演10分钟的核心素材）。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现场演示《训练循环骨架》：三步走——先整段跑通看结果，再逐行讲关键语句，最后现场改一个参数看输出变化（演10分钟的核心素材）。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工单发布话术：'设备智能运维中心发来工单M2.1《工业焊接缺陷检测系统》，及格线是准，优秀线看A层标准'——念完发starter。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错误速查：现场演示第一条——制造「loss停在1.386不动」，带着学生按'现象→原因→解决'三步排查。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看得懂缺陷的神经网络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卷积核3×3扫图做局部加权→提取边缘/纹理 · 池化2×2取最大→尺寸减半、保留显著特征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能够使用预训练CNN模型完成工业焊接缺陷检测（准确率≥0.80）；能够上传测试图片并得到预测结果。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理解深度学习“黑盒”特性的可解释性需求，树立模型可视化与结果验证的科学态度。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输入必须/255归一化，否则loss居高不下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网络=层堆叠：Input→Conv→Pool→FC→Output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卷积核3×3扫图做局部加权→提取边缘/纹理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池化2×2取最大→尺寸减半、保留显著特征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形状追踪：(N,1,64,64)→conv→pool→…→(N,4)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归一化/255：把像素压到0-1，加速收敛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数据增强：翻转/平移扩充样本防过拟合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网络=层堆叠：Input→Conv→Pool→FC→Output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卷积核3×3扫图做局部加权→提取边缘/纹理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池化2×2取最大→尺寸减半、保留显著特征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形状追踪：(N,1,64,64)→conv→pool→…→(N,4)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卷积如何“看”图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卷积核像手电筒扫过图像做加权求和，提取局部特征（边缘/斑点）；池化把特征图减半保留显著信号。层层堆叠=从线条到部件的抽象。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形状追踪法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打印每层张量形状：(N,1,64,64)→conv→pool→(N,16,14,14)→flatten→(N,4)。形状对不上是新手报错第一名，先追形状再查数值。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完成TinyCNN的forward前向传播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编写batch训练循环并打印loss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用张量形状追踪法定位维度错误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对测试图输出预测+softmax置信度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看得懂缺陷的神经网络（1）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神经网络与CNN理论（30分钟，只讲直观原理，不推导公式）：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神经网络的基本结构：层、节点、权重、偏置与激活函数；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卷积神经网络（CNN）的基本概念：卷积核、特征图、池化；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工业缺陷检测应用：表面裂纹、焊接气孔、夹渣等缺陷的识别流程。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演示与工单项目M2.1实验：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演示CNN识别工业表面缺陷的实时效果与特征图、注意力图可视化；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62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61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加载预训练CNN模型，对焊接图像（无缺陷、气孔、夹渣、裂纹4类）进行推理；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000" y="71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000" y="70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图像标准化预处理、模型推理与评估；知识补充：神经网络即多层对象（Input→Layer→Output），用Sequential API面向对象地构建模型。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关键代码：TinyCNN前向(填空核心)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TinyCNN(nn.Module):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    # (N,1,64,64)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self.pool(torch.relu(self.conv1(x)))  # →(N,8,31,31)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self.pool(torch.relu(self.conv2(x)))  # →(N,16,14,14)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x.flatten(1)                   # →(N,3136)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self.fc2(torch.relu(self.fc1(x)))  # →(N,4)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关键代码：训练循环骨架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range(0, len(Xtr), 32):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 = perm[i:i+32]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opt.zero_grad()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 = lossf(model(Xtr[b]), ytr[b])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loss.backward(); opt.step()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决策：训练方案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耗时(CPU)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从零训练tiny-CNN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~2min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预训练微调(演示)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~10min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实施任务：工单M2.1《工业焊接缺陷检测系统》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加载npy数据并归一化(/255)+划分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补全forward与训练循环(3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记录每轮loss与测试准确率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输出2张测试图预测+置信度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准确率≥0.80；形状追踪表基本正确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≥0.88；数据增强对比+loss曲线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加载预训练权重仅推理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上传图片看预测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能读懂形状表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加载npy数据并归一化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训练6轮看acc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完整训练评估流程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补全forward与训练循环(6轮)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记录每轮loss与测试acc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数据增强对比+loss曲线+混淆矩阵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加随机水平翻转增强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绘制loss/acc曲线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混淆矩阵分析1个误判样本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加数据增强（随机翻转/平移）对比训练曲线，解释增强为何有效)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加载npy数据并归一化(/255)+划分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补全forward与训练循环(3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记录每轮loss与测试准确率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输出2张测试图预测+置信度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输入必须/255归一化，否则loss居高不下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PyTorch通道序是N,C,H,W——numpy转tensor后要补通道维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测试集指标为准，禁止在测试集上挑图刷准确率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loss停在1.386不动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忘记/255归一化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X=X.astype('float32')/255.0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尺寸不匹配报错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通道序/flatten位置错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逐步打印x.shape定位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batch太小/full-batch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batch=32并只训6轮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运行时出现「loss停在1.386不动」，你的排查顺序是？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原因是忘记/255归一化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完成工单项目M2.1《工业焊接缺陷检测系统》：准确率≥0.80，优秀标准≥0.88并完成特征图可视化或数据增强尝试；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收集5张含缺陷的工业图片并用模型检测，记录结果；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预习时间序列数据的基本特性。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可视化窗口-标签对应关系(--viz)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