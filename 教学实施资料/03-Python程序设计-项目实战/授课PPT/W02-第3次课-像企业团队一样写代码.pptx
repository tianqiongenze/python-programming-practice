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开场30秒：本次课《像企业团队一样写代码》，80分钟＝2课时×40分钟。课前已发工单+starter+微课知识卡，资讯·计划线上完成。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情境说书（30秒，口头讲，不必逐字念）：进组第一件事不是写代码。方总监下令：全组统一工程底座，'以后所有代码都长在这个模板上。'——工单P1.2：交付标准工程模板（venv+Git+目录规范），模板即资产。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知识卡1：标准结构：src/tests/config/data/docs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知识卡2：venv沙箱隔离；requirements.txt冻结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知识卡3：Git五步：init/add/commit/branch/merge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知识卡4：commit前缀：feat:/fix:/docs: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知识卡5：pylint评分≥8.5；black格式化——应用：见工单starter与教师参考实现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知识卡6：pytest自动发现test_函数——应用：def test_clean():assert...——文件名test_开头函数自动被pytest收集运行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现场演示《规范提交》：三步走——先整段跑通看结果，再逐行讲关键语句，最后现场改一个参数看输出变化（演10分钟的核心素材）。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工单发布话术：'数字化转型办公室发来工单P1.2《标准Python工程模板》，及格线是v，优秀线看A层标准'——念完发starter。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错误速查：现场演示第一条——制造「venv被提交」，带着学生按'现象→原因→解决'三步排查。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预习知识点：PEP8规范；Git基本操作(init/add/commit) | 课中检查知识点：工程模板可运行；能git commit一次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像企业团队一样写代码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第3次课（2课时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Git/GitHub（工程模板核心·五步工作流）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45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像企业团队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一样写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标准结构：src/tests/config/data/docs · venv沙箱隔离；requirements.txt冻结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Git五步：init/add/commit/branch/merge · commit前缀：feat:/fix:/docs: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 · dev分支开发与规范合并——应用：见工单starter与教师参考实现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掌握PEP 8规范要点；掌握venv虚拟环境与requirements.txt依赖管理；掌握Git基本工作流与项目结构规范。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能够搭建含src/tests/docs/config的标准工程模板；能够完成Git仓库初始化与规范提交；能够配置代码检查与自动格式化工具。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建立“代码是团队资产”的协作意识，养成规范化、可追溯的工程开发习惯。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venv/与__pycache__必须进.gitignore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进组第一件事不是写代码。方总监下令：全组统一工程底座，'以后所有代码都长在这个模板上。'——工单P1.2：交付标准工程模板（venv+Git+目录规范），模板即资产。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45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45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45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venv沙箱隔离；requirements.txt冻结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Git五步：init/add/commit/branch/merge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commit前缀：feat:/fix:/docs: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pylint评分≥8.5；black格式化——应用：见工单starter与教师参考实现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pytest自动发现test_函数——应用：def test_clean():assert...——文件名test_开头函数自动被pytest收集运行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标准结构：src/tests/config/data/docs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venv沙箱隔离；requirements.txt冻结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Git五步：init/add/commit/branch/merge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commit前缀：feat:/fix:/docs: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pylint评分≥8.5；black格式化——应用：见工单starter与教师参考实现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工程结构为什么长这样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src放代码、tests放测试、config放配置、data放数据、docs放说明——职责分离，CI与协作才有可能。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venv虚拟环境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项目专属“沙箱”：依赖装在venv里互不污染，requirements.txt冻结版本——换机器pip install即复原。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生成标准工程模板并推Git——应用：见工单starter与教师参考实现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dev分支开发与规范合并——应用：见工单starter与教师参考实现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配置检查工具与自动格式化——应用：见工单starter与教师参考实现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编写第一个单元测试——应用：见工单starter与教师参考实现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45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像企业团队一样写代码（1）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PEP 8规范详解：命名、缩进、行长、导入顺序；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虚拟环境（venv）与依赖管理（requirements.txt）；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Git版本控制：init、add、commit、branch、merge；GitHub/Gitea仓库使用；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commit message规范与分支策略入门。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关键代码：规范提交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-b dev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add src/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commit -m "feat: 完成数据采集模块"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git checkout main &amp;&amp; git merge dev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45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决策：检查工具选型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工具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严格度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自动修复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pylint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flake8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black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45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实施任务：工单P1.2《标准Python工程模板》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生成标准结构src/tests/config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venv+requirements+首次规范commit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dev分支创建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venv可用+仓库+结构完整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依赖可还原+dev分支规范合并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Git四关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闯关练习四关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每步截图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commit带说明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init到merge走通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基础模板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生成模板目录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 init+首次commit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跑通main.py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结构完整可运行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模板+工具链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运行p12模板生成器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flake8+black配置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为题1写3断言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pylint≥8.5+pytest过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CI/pre-commit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GitHub Actions配置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pre-commit钩子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pylint 9+截图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Actions绿钩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配置pre-commit钩子：commit前自动black+flake8)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生成标准结构src/tests/config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venv+requirements+首次规范commit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dev分支创建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venv/与__pycache__必须进.gitignore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commit要小步：一个功能一个commit带feat:/fix:前缀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pytest从根目录跑，导入路径用src.包名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venv被提交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加venv/与__pycache__/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全局py环境混乱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没激活venv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看终端前缀(venv)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一次commit全部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无说明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小步提交带前缀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运行时出现「venv被提交」，你的排查顺序是？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原因是.gitignore缺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45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学号_姓名_P1.2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用模板重构P1.1练习代码并提交规范commit；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预习Pandas的Series与DataFrame概念。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七步管道构建与质量自测——应用：见工单start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