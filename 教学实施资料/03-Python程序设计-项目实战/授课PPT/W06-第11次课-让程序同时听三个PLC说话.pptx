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开场30秒：本次课《让程序同时听三个PLC说话》，80分钟＝2课时×40分钟。课前已发工单+starter+微课知识卡，资讯·计划线上完成。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知识卡1：线程并发；Queue线程安全传送带——应用：见工单starter与教师参考实现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知识卡2：put/get超时防死等——应用：见工单starter与教师参考实现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知识卡3：退避重试1→2→4s封顶——应用：见工单starter与教师参考实现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知识卡4：daemon=True随主退出——应用：见工单starter与教师参考实现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知识卡5：批量写库：50条或5秒flush——应用：见工单starter与教师参考实现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知识卡6：对账：源计数=入库+异常+丢弃——应用：见工单starter与教师参考实现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现场演示《退避重连》：三步走——先整段跑通看结果，再逐行讲关键语句，最后现场改一个参数看输出变化（演10分钟的核心素材）。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错误速查：现场演示第一条——制造「Ctrl+C退不出」，带着学生按'现象→原因→解决'三步排查。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让程序同时听三个PLC说话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让程序同时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听三个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 · daemon=True随主退出——应用：见工单starter与教师参考实现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线程命名：threading.Thread(name='Modbus')日志可辨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对账：源计数=入库+异常+丢弃——应用：见工单starter与教师参考实现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线程=窗口,Queue=传送带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三个线程各自干活，数据经Queue传递——线程安全由Queue内部锁保证。“共享可变状态”是并发万恶之源。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退避重试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失败后1s→2s→4s再试，封顶4s——既给对方恢复时间又不过载。2号PLC会随机掉线，正好实测这套逻辑。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断线重连实测(2号PLC掉线)——应用：见工单starter与教师参考实现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采集率统计与提升——应用：见工单starter与教师参考实现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架构图绘制入工单——应用：见工单starter与教师参考实现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让程序同时听三个PLC说话（1）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TCP/IP与Socket复习深化；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Modbus协议详解：寄存器映射、读写命令、异常码；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MQTT深化：主题设计、QoS等级、遗嘱消息；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多线程基础：threading、Queue线程安全队列。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关键代码：退避重连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backoff 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while not stop.is_set():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got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host, port in PLCS: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read_one(host, port): got = True; stat["ok"]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else: stat["fail"]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backoff = 1 if got else min(backoff*2, 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time.sleep(0.5 if got else backoff)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决策：并发模型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复杂度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顺序轮询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多线程+Queue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asyncio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实施任务：工单P4.1《多源数据采集系统》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启动plc_simulator三台PLC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ModbusCollector轮询0.5s×3台(÷10还原)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read_one退避重试(1→2→4s)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三源贯通+采集率&gt;95%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断线重连实测通过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架构观察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跑演示notebook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记录采集率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手画三线程图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能画线程图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单源贯通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Modbus采集跑通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Queue到Processor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SQLite见记录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数据能入库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完整多源系统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补全read_one+on_message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断线重连调通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10分钟统计截图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≥95%+文档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高可用演示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主备采集切换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实时统计小面板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8小时稳定跑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≥99.5%+监控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采集率统计面板：实时打印成功率/延迟/丢弃数（简易APM）)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启动plc_simulator三台PLC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ModbusCollector轮询0.5s×3台(÷10还原)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read_one退避重试(1→2→4s)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线程命名：threading.Thread(name='Modbus')日志可辨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Queue.put(timeout=1)防永久阻塞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daemon=True保证Ctrl+C能退出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Ctrl+C退不出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daemon=True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Queue满卡死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put无超时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put(timeout=1)+丢弃计数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线程日志混乱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Thread(name='Modbus')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运行时出现「Ctrl+C退不出」，你的排查顺序是？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撰写系统架构文档（模块图+数据流图）；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预习SQL基础与数据库设计方法。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四表ER设计与ORM建模——应用：见工单star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