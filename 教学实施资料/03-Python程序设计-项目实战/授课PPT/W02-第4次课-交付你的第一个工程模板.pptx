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开场30秒：本次课《交付你的第一个工程模板》，80分钟＝2课时×40分钟。课前已发工单+starter+微课知识卡，资讯·计划线上完成。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知识卡1：标准结构：src/tests/config/data/docs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知识卡2：venv沙箱隔离；requirements.txt冻结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知识卡3：Git五步：init/add/commit/branch/merge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知识卡4：commit前缀：feat:/fix:/docs: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知识卡5：pylint评分≥8.5；black格式化——应用：见工单starter与教师参考实现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知识卡6：pytest自动发现test_函数——应用：def test_clean():assert...——文件名test_开头函数自动被pytest收集运行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交付你的第一个工程模板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交付你的第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一个工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commit message为什么要feat:/fix:前缀？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message为什么要feat:/fix:前缀？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断言要具体：assert f(100)==(212.0,373.15)而非assert f(100)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pytest自动发现test_函数——应用：def test_clean():assert...——文件名test_开头函数自动被pytest收集运行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检查工具分工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pylint全量严格（评分8.5+）、flake8轻量快、black只管格式化——工具链组合拳而非单打。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第一个单元测试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test_开头函数+assert断言；pytest自动发现。测的是“行为预期”而不是“跑通就行”。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交付你的第一个工程模板（1）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项目结构设计：src/、tests/、docs/、data/、config/目录规范；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工具链配置：PyCharm CE扩展、pylint/flake8检查、black自动格式化；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单元测试入门：pytest编写与运行；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日志系统与配置管理（settings.yaml）；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工单P1.2实操：搭建标准Python工程模板并上传Git仓库。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pytest为题1写3个断言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pylint评分≥8.5截图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重构P1.1入模板(规范commit)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venv可用+仓库+结构完整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CI/pre-commit钩子(超优)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GitHub Actions：push自动跑pytest，绿钩截图入工单)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pytest为题1写3个断言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重构P1.1入模板(规范commit)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断言要具体：assert f(100)==(212.0,373.15)而非assert f(100)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分支覆盖：无实根/有实根两条路径都测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pylint警告逐条消，理解比压制强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venv被提交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加venv/与__pycache__/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看终端前缀(venv)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运行时出现「venv被提交」，你的排查顺序是？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