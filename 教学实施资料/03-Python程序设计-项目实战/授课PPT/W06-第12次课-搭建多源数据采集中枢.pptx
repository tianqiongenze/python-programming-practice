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开场30秒：本次课《搭建多源数据采集中枢》，80分钟＝2课时×40分钟。课前已发工单+starter+微课知识卡，资讯·计划线上完成。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中台试运行暴露瓶颈：三个厂区数据源并发接入互相踩踏，还常有连接闪断。吴工画出三线程架构图：'骨架给你，可靠性你来。'——工单P4.1：多源采集系统（2号PLC会随机掉线，正好实测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知识卡1：线程并发；Queue线程安全传送带——应用：见工单starter与教师参考实现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知识卡2：put/get超时防死等——应用：见工单starter与教师参考实现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知识卡3：退避重试1→2→4s封顶——应用：见工单starter与教师参考实现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知识卡4：daemon=True随主退出——应用：见工单starter与教师参考实现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知识卡5：批量写库：50条或5秒flush——应用：见工单starter与教师参考实现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知识卡6：对账：源计数=入库+异常+丢弃——应用：见工单starter与教师参考实现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现场演示《退避重连》：三步走——先整段跑通看结果，再逐行讲关键语句，最后现场改一个参数看输出变化（演10分钟的核心素材）。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工单发布话术：'数字化转型办公室发来工单P4.1《多源数据采集系统》，及格线是三，优秀线看A层标准'——念完发starter。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错误速查：现场演示第一条——制造「Ctrl+C退不出」，带着学生按'现象→原因→解决'三步排查。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预习知识点：多线程(threading/Queue)；网络编程(socket/MQTT) | 课中检查知识点：采集率≥95%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搭建多源数据采集中枢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第六周 · 第12次课（2课时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搭建多源数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据采集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线程并发；Queue线程安全传送带——应用：见工单starter与教师参考实现 · put/get超时防死等——应用：见工单starter与教师参考实现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退避重试1→2→4s封顶——应用：见工单starter与教师参考实现 · daemon=True随主退出——应用：见工单starter与教师参考实现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三线程骨架贯通(采集/订阅/处理)——应用：见工单starter与教师参考实现 · 断线重连实测(2号PLC掉线)——应用：见工单starter与教师参考实现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掌握Modbus寄存器读写流程；掌握MQTT主题设计与QoS机制；理解多线程并发与Queue线程安全原理。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能够开发多线程多源采集系统（采集率≥95%优秀≥99.5%）；能够处理断线重连与数据缓冲；代码PEP 8≥75%。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建立“系统稳定性”工程意识（7×24运行思维），培养并发编程的严谨性（线程安全、资源释放）。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Queue满了put会怎样？daemon=True管什么？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Queue满了put会怎样？daemon=True管什么？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SQLite单写者：入库线程独占写，读走另一连接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中台试运行暴露瓶颈：三个厂区数据源并发接入互相踩踏，还常有连接闪断。吴工画出三线程架构图：'骨架给你，可靠性你来。'——工单P4.1：多源采集系统（2号PLC会随机掉线，正好实测）。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线程并发；Queue线程安全传送带——应用：见工单starter与教师参考实现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put/get超时防死等——应用：见工单starter与教师参考实现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退避重试1→2→4s封顶——应用：见工单starter与教师参考实现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daemon=True随主退出——应用：见工单starter与教师参考实现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批量写库：50条或5秒flush——应用：见工单starter与教师参考实现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对账：源计数=入库+异常+丢弃——应用：见工单starter与教师参考实现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线程并发；Queue线程安全传送带——应用：见工单starter与教师参考实现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put/get超时防死等——应用：见工单starter与教师参考实现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退避重试1→2→4s封顶——应用：见工单starter与教师参考实现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daemon=True随主退出——应用：见工单starter与教师参考实现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批量写库：50条或5秒flush——应用：见工单starter与教师参考实现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批写入与事务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每50条或5秒executemany一次commit——写库次数降百倍，吞吐≥1000条/秒的关键。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对账思维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源侧计数=入库+异常+丢弃，三方相等才算“无丢失”——用数字证明，不靠感觉。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三线程骨架贯通(采集/订阅/处理)——应用：见工单starter与教师参考实现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断线重连实测(2号PLC掉线)——应用：见工单starter与教师参考实现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采集率统计与提升——应用：见工单starter与教师参考实现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架构图绘制入工单——应用：见工单starter与教师参考实现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搭建多源数据采集中枢（1）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系统架构：3个PLC模拟器→Modbus采集器→数据处理→存储，MQTT订阅云端指令；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模块设计：ModbusCollector/MQTTSubscriber/DataProcessor三类线程架构；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工程要点：连接超时重连、数据缓冲、单位转换、异常告警、批量入库；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工单P4.1实操：基于提供的三线程架构骨架（ModbusCollector/MQTTSubscriber/DataProcessor模板），聚焦协议集成与可靠性开发，完成多源工业数据采集与消息中间件系统（采集率≥95%，吞吐≥1000条/秒）。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关键代码：退避重连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backoff 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while not stop.is_set():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got = False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for host, port in PLCS: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if read_one(host, port): got = True; stat["ok"]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else: stat["fail"]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backoff = 1 if got else min(backoff*2, 4)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time.sleep(0.5 if got else backoff)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决策：入库节奏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丢失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性能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逐条写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批量50/5s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实施任务：工单P4.1《多源数据采集系统》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MQTTSubscriber订阅device/+/status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Processor去重+告警+SQLite批量入库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30秒统计输出采集率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三源贯通+无丢失+系统文档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≥99.5%+延迟&lt;100ms+线程安全设计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架构观察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跑演示notebook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记录采集率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手画三线程图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能画线程图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单源贯通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Modbus采集跑通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Queue到Processor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SQLite见记录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数据能入库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完整多源系统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补全read_one+on_message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断线重连调通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10分钟统计截图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≥95%+文档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高可用演示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主备采集切换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实时统计小面板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8小时稳定跑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≥99.5%+监控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主从切换演练：杀掉主采集线程，备线程10秒接管（高可用雏形）)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MQTTSubscriber订阅device/+/status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31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2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31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Processor去重+告警+SQLite批量入库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5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5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4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30秒统计输出采集率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SQLite单写者：入库线程独占写，读走另一连接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去重键(device_id,ts)防重放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架构图入工单：线程框+Queue箭头+库表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Ctrl+C退不出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没设daemon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daemon=True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Queue满卡死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put无超时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put(timeout=1)+丢弃计数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线程日志混乱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无名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Thread(name='Modbus')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运行时出现「Ctrl+C退不出」，你的排查顺序是？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原因是没设daemon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提交物与评分（工单P4.1）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学号_姓名_P4.1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完成工单P4.1《多源工业数据采集系统》：及格标准采集率&gt;95%+无数据丢失；优秀标准≥99.5%+延迟&lt;100ms+告警完善；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撰写系统架构文档（模块图+数据流图）；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预习SQL基础与数据库设计方法。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四表ER设计与ORM建模——应用：见工单star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一对多关系在表结构上如何表达？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