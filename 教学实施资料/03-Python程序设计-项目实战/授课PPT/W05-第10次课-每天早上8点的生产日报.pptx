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开场30秒：本次课《每天早上8点的生产日报》，80分钟＝2课时×40分钟。课前已发工单+starter+微课知识卡，资讯·计划线上完成。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情境说书（30秒，口头讲，不必逐字念）：方总监向集团汇报需要'看得见的数据'。下周 executive meeting 要演示——工单P3：产线KPI仪表盘+自动日报，给管理层一双数据的眼睛。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知识卡1：Streamlit脚本式交互；sidebar筛选——应用：见工单starter与教师参考实现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知识卡2：@st.cache_data缓存重计算——应用：见工单starter与教师参考实现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知识卡3：st.metric指标卡(KPI)——应用：见工单starter与教师参考实现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知识卡4：Plotly交互图表嵌入——应用：见工单starter与教师参考实现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知识卡5：Jinja2模板{{变量}}渲染——应用：见工单starter与教师参考实现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知识卡6：四段式日报结构——应用：见工单starter与教师参考实现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现场演示《KPI指标卡》：三步走——先整段跑通看结果，再逐行讲关键语句，最后现场改一个参数看输出变化（演10分钟的核心素材）。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现场演示《模板渲染》：三步走——先整段跑通看结果，再逐行讲关键语句，最后现场改一个参数看输出变化（演10分钟的核心素材）。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工单发布话术：'数字化转型办公室发来工单P3.2《每日生产分析报告系统》，及格线是四，优秀线看A层标准'——念完发starter。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错误速查：现场演示第一条——制造「交互后变慢」，带着学生按'现象→原因→解决'三步排查。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项目6 | 预习知识点：matplotlib绘图(subplot/bar)；Streamlit/Plotly概览 | 课中检查知识点：5+KPI仪表盘可交互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每天早上8点的生产日报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第10次课（2课时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每天早上8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点的生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 · @st.cache_data缓存重计算——应用：见工单starter与教师参考实现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st.metric指标卡(KPI)——应用：见工单starter与教师参考实现 · Plotly交互图表嵌入——应用：见工单starter与教师参考实现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搭建5+KPI仪表盘——应用：见工单starter与教师参考实现 · 时间/设备联动筛选——应用：见工单starter与教师参考实现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掌握Matplotlib/Plotly的常用图表绘制；理解Dash仪表盘组件结构；掌握Jinja2模板与PDF报表生成流程。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能够搭建含5个KPI的交互式仪表盘；能够自动生成图文并茂的HTML+PDF日报；报告生成&lt;2分钟（优秀&lt;1分钟）。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建立“数据产品”意识——可视化是给决策者用的产品，培养用户视角与美学素养。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Jinja2变量不匹配会静默空白——怎么防？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Jinja2变量不匹配会静默空白——怎么防？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reportlab中文字体注册复用SimHei方案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方总监向集团汇报需要'看得见的数据'。下周 executive meeting 要演示——工单P3：产线KPI仪表盘+自动日报，给管理层一双数据的眼睛。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@st.cache_data缓存重计算——应用：见工单starter与教师参考实现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st.metric指标卡(KPI)——应用：见工单starter与教师参考实现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Plotly交互图表嵌入——应用：见工单starter与教师参考实现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Jinja2模板{{变量}}渲染——应用：见工单starter与教师参考实现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四段式日报结构——应用：见工单starter与教师参考实现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@st.cache_data缓存重计算——应用：见工单starter与教师参考实现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st.metric指标卡(KPI)——应用：见工单starter与教师参考实现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Plotly交互图表嵌入——应用：见工单starter与教师参考实现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Jinja2模板{{变量}}渲染——应用：见工单starter与教师参考实现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Jinja2模板渲染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HTML骨架里留{{变量}}占位，render传字典——模板与数据分离，改样式不动代码。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四段式日报结构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概览（结论）→分析（对比图表）→异常（超限清单+建议）→附表（明细）。可读性评分≥4.5/5的设计依据。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搭建5+KPI仪表盘——应用：见工单starter与教师参考实现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时间/设备联动筛选——应用：见工单starter与教师参考实现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HTML+PDF双格式日报——应用：见工单starter与教师参考实现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生成耗时基准(&lt;2min)——应用：见工单starter与教师参考实现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每天早上8点的生产日报（1）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Jinja2 HTML报表模板与CSS样式；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reportlab生成PDF（图表+图像+表格混排）；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邮件发送自动化（smtplib）；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工单P3.2实操：设计每日生产分析报告系统（概览/详细分析/异常识别/数据表四部分，生成&lt;1分钟）。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关键代码：KPI指标卡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c1, c2, c3, c4 = st.columns(4)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c1.metric("总产量", f"{int(df.output.sum()):,}")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c2.metric("平均良率", f"{df['yield'].mean():.1%}")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c3.metric("设备在线", f"{df.device_id.nunique()}/4")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关键代码：模板渲染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jinja2 import Template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html = Template(open("report.tpl").read()).render(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total=total, yield_=y, anomalies=alerts)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决策：日报重点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段落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读者关注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自动化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概览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异常识别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附表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实施任务：工单P3.2《每日生产分析报告系统》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Jinja2渲染HTML四段式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reportlab图文PDF(中文字体)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生成耗时记录(&lt;2min)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四部分完整+PDF正确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异常自动识别+&lt;1分钟+美观≥4/5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starter跑通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streamlit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改一个KPI数值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截图到工单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页面能开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二选一交付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跑通starter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完成5KPI版仪表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或HTML日报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仪表盘或日报达基线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仪表盘+日报双交付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Streamlit五KPI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筛选联动+缓存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Jinja2+PDF日报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5KPI+四段PDF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钻取+定时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点击钻取明细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schedule定时生成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移动端适配检查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7指标+加载&lt;2s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定时任务：schedule库每日8点自动生成+mailto发送)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Jinja2渲染HTML四段式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reportlab图文PDF(中文字体)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生成耗时记录(&lt;2min)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reportlab中文字体注册复用SimHei方案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异常页给出“原因假设+建议动作”模板，不只是罗列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生成计时&lt;2min是硬指标，打印实测值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交互后变慢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没缓存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@st.cache_data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Jinja2空白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变量名不匹配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对照模板逐个核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f-string遇yield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保留字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df['yield']取列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运行时出现「交互后变慢」，你的排查顺序是？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原因是没缓存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提交物与评分（工单P3.2）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学号_姓名_P3.2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完成工单P3.1《产线KPI实时仪表盘》：及格标准5个KPI+时间筛选可用；优秀标准≥7指标+钻取交互+加载&lt;2秒；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完成工单P3.2《每日生产分析报告系统》：及格标准四部分完整+PDF正确；优秀标准异常自动识别+&lt;1分钟+美观度≥4/5；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预习TCP/IP与MQTT协议基础。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三线程骨架贯通(采集/订阅/处理)——应用：见工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为什么‘共享list.append’有隐患而Queue安全？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