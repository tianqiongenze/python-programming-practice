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开场30秒：本次课《不写SQL也能操作数据库》，80分钟＝2课时×40分钟。课前已发工单+starter+微课知识卡，资讯·计划线上完成。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知识卡1：设备1-N测点1-N记录；告警挂设备——应用：见工单starter与教师参考实现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知识卡2：外键=关系表达；数据字典逐字段——应用：见工单starter与教师参考实现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知识卡3：ORM声明式+relationship——应用：见工单starter与教师参考实现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知识卡4：bulk批量插入快10倍——应用：见工单starter与教师参考实现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知识卡5：N+1陷阱→joinedload——应用：见工单starter与教师参考实现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知识卡6：索引(device_id,ts)+EXPLAIN——应用：见工单starter与教师参考实现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不写SQL也能操作数据库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不写SQL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也能操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 · bulk批量插入快10倍——应用：见工单starter与教师参考实现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N+1查询怎么发现？索引前后EXPLAIN差多少？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N+1查询怎么发现？索引前后EXPLAIN差多少？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先EXPLAIN后建索引，记录前后耗时对比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索引(device_id,ts)+EXPLAIN——应用：见工单starter与教师参考实现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N+1查询陷阱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循环里逐条查关联→1+N次SQL；joinedload一次带出——性能差百倍的经典坑，日志里SQL条数一数便知。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索引与EXPLAIN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records(device_id,ts)建联合索引；EXPLAIN QUERY PLAN看SCAN变SEARCH——优化要有证据链。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批量事务入库——应用：见工单starter与教师参考实现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JOIN聚合统计查询——应用：见工单starter与教师参考实现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索引优化前后对比取证——应用：见工单starter与教师参考实现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不写SQL也能操作数据库（1）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SQLAlchemy ORM：模型定义、会话管理、关系映射；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ORM查询：filter、join、聚合；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批量写入与事务；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工单P5实操：将P4采集系统数据入库，构建小型产线数据仓库（ORM实现+统计查询+性能对比）。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关键代码：ORM模型+查询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Rec(Base):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__tablename__ = "records"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id = Column(Integer, primary_key=True)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device_id = Column(Integer, ForeignKey("devices.id"))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Column(DateTime); vib = Column(Float)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print(s.execute(select(Dev.code, func.avg(Rec.vib))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.join(Rec, Rec.device_id==Dev.id).group_by(Dev.code)).all())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决策：数据访问方式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裸SQL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SQLAlchemy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records(device_id,ts)建索引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EXPLAIN QUERY PLAN前后对比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复杂查询(多表JOIN聚合)冲优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索引有EXPLAIN证据+规避N+1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ER观察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跑参考ER演示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手绘关系图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标主外键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能画四表连线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两表起步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devices+records两表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插入并查询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能入库能查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仓库+统计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四表ORM建模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bulk入库500条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均值/Top3/时段聚合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溯源查询正确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闭环演示+健康报告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接P3仪表盘读库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窗口函数环比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慢查询Top3报告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EXPLAIN证据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数据库健康报告：表行数/索引命中/慢查询Top3)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records(device_id,ts)建索引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EXPLAIN QUERY PLAN前后对比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复杂查询(多表JOIN聚合)冲优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先EXPLAIN后建索引，记录前后耗时对比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索引不是越多越好：写入变慢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把P3仪表盘接上本库——采集→入库→展示闭环演示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N+1慢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joinedload一次带出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连接泄漏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session未关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with Session()自动关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索引不生效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列序不对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(device_id,ts)联合序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运行时出现「N+1慢」，你的排查顺序是？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