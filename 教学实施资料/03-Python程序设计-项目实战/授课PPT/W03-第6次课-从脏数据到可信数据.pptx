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开场30秒：本次课《从脏数据到可信数据》，80分钟＝2课时×40分钟。课前已发工单+starter+微课知识卡，资讯·计划线上完成。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一号厂区发来一个月的传感器原始数据，中台拒收：缺失、异常、格式混乱。吴工：'数据不干净，后面全是空中楼阁。'——工单P2.1：Pandas七步清洗管道，质量评分冲85+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知识卡1：DataFrame二维表；shape/info/describe摸底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知识卡2：dropna/fillna/interpolate三策略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知识卡3：to_datetime(errors=coerce)多格式统一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知识卡4：combine_first填补有效值——应用：df['vib'].combine_first(df['vib_backup'])——主列空用备列填，两列都不空取主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知识卡5：IQR=Q3-Q1；1.5倍护栏——应用：q1,q3=df.vib.quantile([.25,.75]); fence=q3+1.5*(q3-q1); outliers=df[df.vib&gt;fence]——比3σ对异常值更稳健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知识卡6：业务阈值与统计法AND——应用：见工单starter与教师参考实现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知识卡7：清洗顺序：类型→缺失→异常→去重——应用：见工单starter与教师参考实现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现场演示《三格式时间统一》：三步走——先整段跑通看结果，再逐行讲关键语句，最后现场改一个参数看输出变化（演10分钟的核心素材）。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现场演示《IQR×业务》：三步走——先整段跑通看结果，再逐行讲关键语句，最后现场改一个参数看输出变化（演10分钟的核心素材）。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工单发布话术：'数字化转型办公室发来工单P2.1《Pandas数据处理管道》，及格线是管，优秀线看A层标准'——念完发starter。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错误速查：现场演示第一条——制造「链式赋值警告」，带着学生按'现象→原因→解决'三步排查。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预习知识点：Pandas Series/DataFrame；数据清洗(缺失/异常) | 课中检查知识点：七步管道质量≥85%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从脏数据到可信数据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第三周 · 第6次课（2课时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Jupyter（Pandas/NumPy数据探索）+ Git/GitHub（每周提交）</a:t>
            </a:r>
          </a:p>
        </p:txBody>
      </p:sp>
      <p:pic>
        <p:nvPicPr>
          <p:cNvPr id="7" name="Picture 6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从脏数据到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可信数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DataFrame二维表；shape/info/describe摸底 · dropna/fillna/interpolate三策略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to_datetime(errors=coerce)多格式统一 · combine_first填补有效值——应用：df['vib'].combine_first(df['vib_backup'])——主列空用备列填，两列都不空取主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七步管道构建与质量自测——应用：见工单starter与教师参考实现 · 三格式时间戳统一——应用：见工单starter与教师参考实现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掌握DataFrame的核心操作；掌握缺失值、异常值、重复值的处理方法；理解数据质量四维度（完整性、准确性、一致性、时间性）。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能够构建完整的数据清洗管道（1000+行数据）；数据质量评分≥85%（优秀≥90%）；处理速度&lt;30秒；代码PEP 8≥75%。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树立“数据质量是分析生命线”的工程意识，养成处理留痕、结果可验证的职业习惯。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IQR的1.5倍是统计约定——业务上温度135℃该杀吗？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IQR的1.5倍是统计约定——业务上温度135℃该杀吗？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去重语义：subset=[device_id,ts]而非全列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一号厂区发来一个月的传感器原始数据，中台拒收：缺失、异常、格式混乱。吴工：'数据不干净，后面全是空中楼阁。'——工单P2.1：Pandas七步清洗管道，质量评分冲85+。</a:t>
            </a:r>
          </a:p>
        </p:txBody>
      </p:sp>
      <p:pic>
        <p:nvPicPr>
          <p:cNvPr id="9" name="Picture 8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DataFrame二维表；shape/info/describe摸底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dropna/fillna/interpolate三策略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to_datetime(errors=coerce)多格式统一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combine_first填补有效值——应用：df['vib'].combine_first(df['vib_backup'])——主列空用备列填，两列都不空取主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IQR=Q3-Q1；1.5倍护栏——应用：q1,q3=df.vib.quantile([.25,.75]); fence=q3+1.5*(q3-q1); outliers=df[df.vib&gt;fence]——比3σ对异常值更稳健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业务阈值与统计法AND——应用：见工单starter与教师参考实现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清洗顺序：类型→缺失→异常→去重——应用：见工单starter与教师参考实现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DataFrame二维表；shape/info/describe摸底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dropna/fillna/interpolate三策略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to_datetime(errors=coerce)多格式统一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combine_first填补有效值——应用：df['vib'].combine_first(df['vib_backup'])——主列空用备列填，两列都不空取主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IQR=Q3-Q1；1.5倍护栏——应用：q1,q3=df.vib.quantile([.25,.75]); fence=q3+1.5*(q3-q1); outliers=df[df.vib&gt;fence]——比3σ对异常值更稳健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IQR法异常检测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Q3+1.5×IQR为上界——统计惯例；但温度&gt;120℃是业务红线：两者AND兼顾统计与领域知识。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决策要有对照数据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dropna/插值/均值填充三种策略各跑一遍指标——决策矩阵的每个格子都有数字支撑。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七步管道构建与质量自测——应用：见工单starter与教师参考实现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三格式时间戳统一——应用：见工单starter与教师参考实现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IQR×业务阈值异常处理——应用：见工单starter与教师参考实现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决策矩阵驱动策略选择——应用：见工单starter与教师参考实现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从脏数据到可信数据（1）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缺失值处理：dropna、fillna、interpolate；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异常值检测：IQR法、Z-score法、可视化检测；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类型转换与去重：astype、to_datetime、drop_duplicates；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数据合并与分组：merge、concat、groupby、pivot_table；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工单P2.1实操：构建完整数据处理管道（加载→清洗→验证→输出清洁数据+质量报告）。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关键代码：三格式时间统一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parts = [pd.to_datetime(df.ts, format=f, errors="coerce")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for f in ("%Y-%m-%d %H:%M:%S", "%m/%d/%Y %H:%M",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"%Y%m%d%H%M%S")]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ts = parts[0]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p in parts[1:]: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ts = ts.combine_first(p)      # 依次填补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df["ts"] = 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关键代码：IQR×业务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q1, q3 = df.temp.quantile([.25, .75]); iqr = q3 - q1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mask = (df.temp &lt; q1-1.5*iqr) | (df.temp &gt; q3+1.5*iqr) | (df.temp &gt; 120)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df = df[~mask]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决策：异常值判定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依据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误杀风险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IQR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Z&gt;3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业务阈值120℃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实施任务：工单P2.1《Pandas数据处理管道》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IQR×业务阈值AND处理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去重(device_id+ts)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输出clean.csv+评分自测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管道完整+质量≥85%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质量≥90%+PEP8≥85%+使用示例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--peek观察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预览数据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数缺失/类型错各几个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记录到工单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能数出问题类型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基础清洗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to_numeric转NaN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dropna简单处理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输出评分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质量≥85%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完整管道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类型转换+时间统一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插值+IQR处理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去重输出clean.csv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质量≥88%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增量处理+质量90+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只清洗新增行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质量冲90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日志记录每步行数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处理日志全留痕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增量处理：只清洗新增行，全量跑变增量跑并计时对比)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IQR×业务阈值AND处理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去重(device_id+ts)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输出clean.csv+评分自测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去重语义：subset=[device_id,ts]而非全列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质量评分脚本自测：≥85及格≥90优秀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输出clean.csv列名规范化（snake_case）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链式赋值警告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视图上赋值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用.loc或先copy()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统计量被污染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异常值前先归一化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先清洗后缩放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评分上不去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时间列没转datetime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统一格式后重评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运行时出现「链式赋值警告」，你的排查顺序是？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原因是视图上赋值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提交物与评分（工单P2.1）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学号_姓名_P2.1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完成工单P2.1《Pandas数据处理管道》：及格标准管道完整+质量≥85%；优秀标准特殊格式处理+质量≥90%+PEP 8≥85%；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撰写数据质量报告（问题类型统计与处理决策说明）；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预习NumPy数组基础。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47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47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下次课预告（第4周）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特征字典驱动补齐30维特征——应用：见工单sta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x**2向量化为什么比for快100倍？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