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开场30秒：本次课《从振动信号提取30维特征》，80分钟＝2课时×40分钟。课前已发工单+starter+微课知识卡，资讯·计划线上完成。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知识卡1：ndarray同构多维数组；shape/dtype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知识卡2：向量化：C级循环替代Python层for——应用：见工单starter与教师参考实现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知识卡3：广播：形状对齐自动扩展——应用：见工单starter与教师参考实现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知识卡4：rfft单边谱；幅值×2/n补偿——应用：见工单starter与教师参考实现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知识卡5：主频=谱峰位置(频域指纹)——应用：见工单starter与教师参考实现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知识卡6：峭度/偏度刻画冲击/偏斜——应用：见工单starter与教师参考实现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知识卡7：标准化只fit训练集——应用：见工单starter与教师参考实现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从振动信号提取30维特征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从振动信号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提取3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FFT后为什么要取abs且只取前半段？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FFT后为什么要取abs且只取前半段？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计时只包特征计算段，数据生成另计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峭度/偏度刻画冲击/偏斜——应用：见工单starter与教师参考实现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标准化只fit训练集——应用：见工单starter与教师参考实现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特征字典工程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每个特征=名称+公式+物理含义三行——可复算、可审查、可交接。30维特征先补时域再攻频域，骨架先行。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标准化时机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Z-score只fit训练集统计量；测试/线上用同一均值方差——防泄漏铁律在特征层同样成立。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从振动信号提取30维特征（1）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傅里叶变换（FFT）与频域分析：np.fft.fft、fftfreq；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时域特征（10个）：均值、标准差、峰值、峰峰值、RMS、峭度等；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频域特征（15个）：主频率、频率带宽、能量分布、频域质心等；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统计特征（5个）：偏度、峰度、变异系数、信息熵等；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工单P2.2实操：基于“特征字典模板+5个示例特征实现”骨架起步，补齐其余特征并完成向量化实现、特征标准化与箱线图可视化（4课时聚焦NumPy表达与性能优化，不从零推导公式）。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补频域15个(主频/质心/能量...)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统计5个+Z-score标准化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计时(&lt;100ms)+箱线图输出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&lt;50ms+广播充分+相关特征选择(超优)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性能优化三连：预分配、避免中间数组、numba对比（选做）并量化)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补频域15个(主频/质心/能量...)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统计5个+Z-score标准化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计时(&lt;100ms)+箱线图输出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计时只包特征计算段，数据生成另计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箱线图按类别分色，一眼看出区分度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(N,30)矩阵形状断言：assert X.shape[1]==30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运行时出现「频域能量翻倍」，你的排查顺序是？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