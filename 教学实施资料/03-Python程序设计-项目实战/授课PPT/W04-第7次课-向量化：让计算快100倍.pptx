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开场30秒：本次课《向量化：让计算快100倍》，80分钟＝2课时×40分钟。课前已发工单+starter+微课知识卡，资讯·计划线上完成。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情境说书（30秒，口头讲，不必逐字念）：振动数据洗干净了，但中台要的是'能喂给AI的特征'。吴工给出特征字典模板：'30个特征，向量化实现，100毫秒内。'——工单P2.2：NumPy特征工程。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知识卡1：ndarray同构多维数组；shape/dtype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知识卡2：向量化：C级循环替代Python层for——应用：见工单starter与教师参考实现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知识卡3：广播：形状对齐自动扩展——应用：见工单starter与教师参考实现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知识卡4：rfft单边谱；幅值×2/n补偿——应用：见工单starter与教师参考实现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知识卡5：主频=谱峰位置(频域指纹)——应用：见工单starter与教师参考实现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知识卡6：峭度/偏度刻画冲击/偏斜——应用：见工单starter与教师参考实现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知识卡7：标准化只fit训练集——应用：见工单starter与教师参考实现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现场演示《FFT特征》：三步走——先整段跑通看结果，再逐行讲关键语句，最后现场改一个参数看输出变化（演10分钟的核心素材）。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现场演示《峭度(冲击敏感)》：三步走——先整段跑通看结果，再逐行讲关键语句，最后现场改一个参数看输出变化（演10分钟的核心素材）。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工单发布话术：'数字化转型办公室发来工单P2.2《NumPy故障特征提取系统》，及格线是3，优秀线看A层标准'——念完发starter。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错误速查：现场演示第一条——制造「频域能量翻倍」，带着学生按'现象→原因→解决'三步排查。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项目4 | 预习知识点：NumPy数组运算；向量化与广播；FFT频域概念 | 课中检查知识点：30维特征&lt;100ms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Python程序设计（项目实战）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向量化：让计算快100倍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第四周 · 第7次课（2课时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CE（编码）+ Jupyter（Pandas/NumPy数据探索）+ Git/GitHub（每周提交）</a:t>
            </a:r>
          </a:p>
        </p:txBody>
      </p:sp>
      <p:pic>
        <p:nvPicPr>
          <p:cNvPr id="7" name="Picture 6" descr="W4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47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47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课程定位：Python程序设计（项目实战）（课程标准摘录）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199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0" y="184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自包含工程应用课：C语言底子直接上工业项目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4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74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000" y="298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0" y="283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数据工程师、数据分析、AI应用、采集技术员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3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3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0000" y="397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0" y="382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Python开发、数据应用与服务（1+X）、AI应用实践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2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2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0000" y="496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0" y="481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前置仅需C语言 → 本课(第1-8周) → 后：毕业设计/平台实习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47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向量化：让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计算快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ndarray同构多维数组；shape/dtype · 向量化：C级循环替代Python层for——应用：见工单starter与教师参考实现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广播：形状对齐自动扩展——应用：见工单starter与教师参考实现 · rfft单边谱；幅值×2/n补偿——应用：见工单starter与教师参考实现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特征字典驱动补齐30维特征——应用：见工单starter与教师参考实现 · FFT频域特征计算——应用：见工单starter与教师参考实现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47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47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47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47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47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掌握NumPy数组操作与向量化计算；理解广播机制；掌握时域/频域/统计三类特征的原理与物理含义。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能够完成30维故障特征提取（计算正确、向量化实现）；处理1000样本&lt;100ms；代码PEP 8≥75%；输出特征矩阵与箱线图。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体会“性能工程”价值（向量化100倍提速），培养用数学工具刻画工业问题的抽象能力。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47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x**2向量化为什么比for快100倍？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模板仓库已克隆更新；导学单与实施计划已提交平台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47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x**2向量化为什么比for快100倍？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rfft已含共轭对称，别再取一半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47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振动数据洗干净了，但中台要的是'能喂给AI的特征'。吴工给出特征字典模板：'30个特征，向量化实现，100毫秒内。'——工单P2.2：NumPy特征工程。</a:t>
            </a:r>
          </a:p>
        </p:txBody>
      </p:sp>
      <p:pic>
        <p:nvPicPr>
          <p:cNvPr id="9" name="Picture 8" descr="W4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47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47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ndarray同构多维数组；shape/dtype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47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向量化：C级循环替代Python层for——应用：见工单starter与教师参考实现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47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广播：形状对齐自动扩展——应用：见工单starter与教师参考实现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47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rfft单边谱；幅值×2/n补偿——应用：见工单starter与教师参考实现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47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主频=谱峰位置(频域指纹)——应用：见工单starter与教师参考实现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47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峭度/偏度刻画冲击/偏斜——应用：见工单starter与教师参考实现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47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B07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标准化只fit训练集——应用：见工单starter与教师参考实现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47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ndarray同构多维数组；shape/dtype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向量化：C级循环替代Python层for——应用：见工单starter与教师参考实现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广播：形状对齐自动扩展——应用：见工单starter与教师参考实现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rfft单边谱；幅值×2/n补偿——应用：见工单starter与教师参考实现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主频=谱峰位置(频域指纹)——应用：见工单starter与教师参考实现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47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向量化：100倍速的原理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x**2整个数组一次C级循环完成，Python层循环消失。规则：能用NumPy表达式就不用for——性能意识从特征提取开始。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FFT频域视角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时域看不出周期的信号，频域一柱定音：np.fft.rfft取单边谱，主频=谱峰位置。设备故障的“指纹”常在频域。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47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特征字典驱动补齐30维特征——应用：见工单starter与教师参考实现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FFT频域特征计算——应用：见工单starter与教师参考实现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计时基准测试(&lt;100ms)——应用：见工单starter与教师参考实现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箱线图可视化类别区分度——应用：见工单starter与教师参考实现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47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向量化：让计算快100倍（1）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NumPy基础：ndarray、dtype、shape、reshape；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索引、切片、布尔筛选；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向量化计算与广播机制（与纯Python循环性能对比演示）；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统计计算：均值、方差、相关系数、协方差矩阵。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47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关键代码：FFT特征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def spectrum(x, fs=100):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amp = np.abs(np.fft.rfft(x)) * 2 / len(x)   # 单边+补偿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return np.fft.rfftfreq(len(x), 1/fs), amp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freqs, amp = spectrum(sig)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dom_freq = freqs[amp.argmax()]     # 主频率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47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关键代码：峭度(冲击敏感)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def kurtosis(x):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return ((x-x.mean())**4).mean() / x.std()**4 - 3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47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六步法课堂化（资讯计划课前完成）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时间单位: 分钟（除标注外）｜合计80分钟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47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47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47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决策：实现策略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策略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速度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出错风险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纯向量化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apply逐样本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000" y="406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47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实施任务：工单P2.2《NumPy故障特征提取系统》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跑通示例特征(mean/std/max/ptp/rms)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补时域5个(var/crest/峭度/裕度)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spectrum()单边幅值谱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30特征正确+向量化为主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&lt;100ms+特征字典含物理含义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47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示例研读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跑通5示例特征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改一个公式看数值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抄写特征字典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能讲5个示例含义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47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15维保底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5示例+补10时域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spectrum()单边谱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矩阵形状断言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时域正确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47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30维全实现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补时域10个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补频域15个(FFT)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标准化+箱线图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&lt;100ms+向量化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47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相关去冗余+性能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相关矩阵热力图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去|r|&gt;0.95特征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性能优化对比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&lt;50ms+字典完整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相关系数矩阵热力图：剔除|r|&gt;0.95的冗余特征并说明取舍)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47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跑通示例特征(mean/std/max/ptp/rms)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补时域5个(var/crest/峭度/裕度)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spectrum()单边幅值谱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rfft已含共轭对称，别再取一半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幅值×2/n补偿能量，物理量纲才对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峭度/偏度公式版本写进特征字典，避免口径混战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47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频域能量翻倍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忘×2/n或没取单边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rfft+补偿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100ms超标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用了apply/循环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纯向量化重写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公式口径混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峭度定义版本不一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字典里注明公式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47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运行时出现「频域能量翻倍」，你的排查顺序是？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原因是忘×2/n或没取单边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47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47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47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提交物与评分（工单P2.2）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学号_姓名_P2.2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47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完成工单P2.2《设备故障特征提取系统》：及格标准30特征正确+向量化+标准化；优秀标准广播运用充分+&lt;50ms+特征字典完整；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手绘一张“时域→频域”变换示意图并配文字解释；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预习Matplotlib与Plotly可视化基础。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47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工程责任：代码可维护、文档完整、测试先行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绿色计算：向量化省算力, 批量写入降开销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职业规划：以项目档案袋对接岗位与竞赛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47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47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47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下次课预告（第5周）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搭建5+KPI仪表盘——应用：见工单starte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Streamlit每次交互后脚本如何重跑？缓存用哪个装饰器？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