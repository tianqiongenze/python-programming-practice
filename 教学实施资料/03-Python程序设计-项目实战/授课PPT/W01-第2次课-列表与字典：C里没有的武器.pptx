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开场30秒：本次课《列表与字典：C里没有的武器》，80分钟＝2课时×40分钟。课前已发工单+starter+微课知识卡，资讯·计划线上完成。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情境说书（30秒，口头讲，不必逐字念）：实习第一天，吴工丢来一份《新员工Python能力测评》：'你C语言底子不错，今天把这五道题过了，明天进项目组。'——工单P1.1：五题闯关，完成从C到Python的迁移。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知识卡1：C→Python映射：声明→动态/大括号→缩进/指针→引用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知识卡2：引用语义：b=a后改b会动a(列表不拷贝)——应用：import copy; b=copy.deepcopy(a)——浅拷贝改b动a，深拷贝才安全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知识卡3：列表append动态扩容；字典O(1)查找——应用：buffer.append(row); len(buffer)&gt;=1000时批量写库——无需预分配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知识卡4：try/except替代错误码层层上抛——应用：try:conn=connect() except TimeoutError as e:log(e);retry()——异常分层捕获不丢栈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知识卡5：类=struct+函数指针的升级——应用：class Device: code=''; def start(self):...——数据+行为打包，比C的struct+函数指针更安全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知识卡6：缩进统一4空格禁Tab混用——应用：见工单starter与教师参考实现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现场演示《引用vs拷贝(C人必踩)》：三步走——先整段跑通看结果，再逐行讲关键语句，最后现场改一个参数看输出变化（演10分钟的核心素材）。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现场演示《异常读取》：三步走——先整段跑通看结果，再逐行讲关键语句，最后现场改一个参数看输出变化（演10分钟的核心素材）。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工单发布话术：'数字化转型办公室发来工单P1.1《Python基础练习五题》，及格线是≥，优秀线看A层标准'——念完发starter。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错误速查：现场演示第一条——制造「b改a也变」，带着学生按'现象→原因→解决'三步排查。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| 预习知识点：Python基础回顾(C→Python迁移)；venv虚拟环境 | 课中检查知识点：五题闯关全过；能创建venv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列表与字典：C里没有的武器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第一周 · 第2次课（2课时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列表与字典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：C里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C→Python映射：声明→动态/大括号→缩进/指针→引用 · 引用语义：b=a后改b会动a(列表不拷贝)——应用：import copy; b=copy.deepcopy(a)——浅拷贝改b动a，深拷贝才安全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列表append动态扩容；字典O(1)查找——应用：buffer.append(row); len(buffer)&gt;=1000时批量写库——无需预分配 · try/except替代错误码层层上抛——应用：try:conn=connect() except TimeoutError as e:log(e);retry()——异常分层捕获不丢栈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双栏对照法完成语法迁移——应用：见工单starter与教师参考实现 · 五题渐进练习全通过pytest断言——应用：见工单starter与教师参考实现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完成C→Python的语法映射认知；掌握列表、字典等C语言没有的数据结构；理解Python引用语义与异常处理机制。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能够独立完成5个Python基础练习题（及格≥3题正确运行）；代码PEP 8规范达75%；具备基本的调试排错能力。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建立多语言工程视野，体会“语言是工具、问题是中心”的工程观，为快速学习新语言建立方法论。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缩进即语法——你踩过哪些C习惯的坑？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缩进即语法——你踩过哪些C习惯的坑？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except (ValueError, TypeError)多类型元组捕获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实习第一天，吴工丢来一份《新员工Python能力测评》：'你C语言底子不错，今天把这五道题过了，明天进项目组。'——工单P1.1：五题闯关，完成从C到Python的迁移。</a:t>
            </a:r>
          </a:p>
        </p:txBody>
      </p:sp>
      <p:pic>
        <p:nvPicPr>
          <p:cNvPr id="9" name="Picture 8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C→Python映射：声明→动态/大括号→缩进/指针→引用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引用语义：b=a后改b会动a(列表不拷贝)——应用：import copy; b=copy.deepcopy(a)——浅拷贝改b动a，深拷贝才安全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列表append动态扩容；字典O(1)查找——应用：buffer.append(row); len(buffer)&gt;=1000时批量写库——无需预分配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try/except替代错误码层层上抛——应用：try:conn=connect() except TimeoutError as e:log(e);retry()——异常分层捕获不丢栈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类=struct+函数指针的升级——应用：class Device: code=''; def start(self):...——数据+行为打包，比C的struct+函数指针更安全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缩进统一4空格禁Tab混用——应用：见工单starter与教师参考实现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C→Python映射：声明→动态/大括号→缩进/指针→引用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引用语义：b=a后改b会动a(列表不拷贝)——应用：import copy; b=copy.deepcopy(a)——浅拷贝改b动a，深拷贝才安全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列表append动态扩容；字典O(1)查找——应用：buffer.append(row); len(buffer)&gt;=1000时批量写库——无需预分配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try/except替代错误码层层上抛——应用：try:conn=connect() except TimeoutError as e:log(e);retry()——异常分层捕获不丢栈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类=struct+函数指针的升级——应用：class Device: code=''; def start(self):...——数据+行为打包，比C的struct+函数指针更安全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异常处理的C思维对比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C靠返回值判断错误码层层上抛；Python用try/except在合适层级统一接住——关注点分离，主流程干净。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类语法最小集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class名、__init__、self、方法四件套即可起步；继承super()一行——够用就好，别过度设计。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双栏对照法完成语法迁移——应用：见工单starter与教师参考实现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五题渐进练习全通过pytest断言——应用：见工单starter与教师参考实现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异常保护文件读取——应用：见工单starter与教师参考实现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编写C→Python迁移笔记——应用：见工单starter与教师参考实现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列表与字典：C里没有的武器（1）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列表与元组：动态数组能力、切片操作；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字典：键值映射、与C结构体的对照；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面向对象基础：类、对象、属性、方法（C结构体+函数指针的升级视角）；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异常处理：try/except/finally；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工单P1.1实操：完成5个渐进式练习题（数据类型⭐/控制流⭐⭐/列表字典⭐⭐/类与对象⭐⭐⭐/异常处理⭐⭐）。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关键代码：引用vs拷贝(C人必踩)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a = [1, 2, 3]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 = a              # 引用!类似指针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b.append(4)        # a也变了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 = list(a)        # 真拷贝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关键代码：异常读取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try: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with open(path, encoding="utf-8") as f: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return f.read()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except FileNotFoundError: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"FILE_NOT_FOUND"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决策：题3容器选型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需求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dict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元组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按ID查设备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保持顺序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ID不可变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实施任务：工单P1.1《Python基础练习五题》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题5: 带异常保护的文件读取器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全部过pytest断言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整理《C→Python迁移对照笔记》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≥3题正确+PEP8≥75%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5题全对+每题测试用例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两题跟做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跟做题1/2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改参数再跑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记录一处差异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能运行出结果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三题保底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换算器+方程+字典管理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断言通过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注释补全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题1-3正确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五题全对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完成题1-5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过内置断言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命名规范检查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PEP8≥85%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五题+测试用例+讲解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每题附3边界断言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pytest全绿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挑1条向全班讲解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PEP8≥85%+笔记10条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写《C→Python迁移笔记》10条，挑1条向全班讲解)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题5: 带异常保护的文件读取器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全部过pytest断言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整理《C→Python迁移对照笔记》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except (ValueError, TypeError)多类型元组捕获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文件读用with，别手动close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五题按难度递进做，卡住先看对照表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b改a也变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引用语义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list(a)或a.copy()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混用Tab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跨编辑器报错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统一4空格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=当==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条件失效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比较用==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运行时出现「b改a也变」，你的排查顺序是？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原因是引用语义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提交物与评分（工单P1.1）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完成工单P1.1《Python基础练习五题》：及格标准≥3题正确+PEP 8≥75%；优秀标准5题全对+PEP 8≥85%+命名有意义；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整理个人《C→Python迁移对照笔记》；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预习PEP 8规范与Git基础操作。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生成标准工程模板并推Git——应用：见工单sta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requirements.txt的作用？venv为什么必须.gitignore？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