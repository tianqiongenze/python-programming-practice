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开场30秒：本次课《给产线数据安个家》，80分钟＝2课时×40分钟。课前已发工单+starter+微课知识卡，资讯·计划线上完成。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情境说书（30秒，口头讲，不必逐字念）：数据落了地却没有家。吴工：'给数据建个仓库吧——设备、测点、记录、告警四张表。'——工单P5：ER设计+ORM开发+索引优化。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知识卡1：设备1-N测点1-N记录；告警挂设备——应用：见工单starter与教师参考实现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知识卡2：外键=关系表达；数据字典逐字段——应用：见工单starter与教师参考实现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知识卡3：ORM声明式+relationship——应用：见工单starter与教师参考实现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知识卡4：bulk批量插入快10倍——应用：见工单starter与教师参考实现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知识卡5：N+1陷阱→joinedload——应用：见工单starter与教师参考实现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知识卡6：索引(device_id,ts)+EXPLAIN——应用：见工单starter与教师参考实现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现场演示《ORM模型+查询》：三步走——先整段跑通看结果，再逐行讲关键语句，最后现场改一个参数看输出变化（演10分钟的核心素材）。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错误速查：现场演示第一条——制造「N+1慢」，带着学生按'现象→原因→解决'三步排查。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给产线数据安个家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给产线数据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安个家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 · bulk批量插入快10倍——应用：见工单starter与教师参考实现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DateTime存ISO，别存字符串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索引(device_id,ts)+EXPLAIN——应用：见工单starter与教师参考实现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四表ER设计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设备(1)—(N)测点(1)—(N)记录；告警挂设备。外键=关系的代码表达；数据字典逐字段注明含义单位。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SQLAlchemy声明式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 Device(Base)即表定义；relationship+back_populates让ORM自动JOIN——面向对象操作数据库。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批量事务入库——应用：见工单starter与教师参考实现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JOIN聚合统计查询——应用：见工单starter与教师参考实现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索引优化前后对比取证——应用：见工单starter与教师参考实现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给产线数据安个家（1）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关系数据库基础：表、主键、外键、索引；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工业数据建模：设备表、测点表、采集记录表、告警事件表的ER设计；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SQL核心：CREATE/INSERT/SELECT/WHERE/GROUP BY/JOIN；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查询优化初步：EXPLAIN执行计划、索引命中。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关键代码：ORM模型+查询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Rec(Base):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__tablename__ = "records"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id = Column(Integer, primary_key=True)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device_id = Column(Integer, ForeignKey("devices.id"))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Column(DateTime); vib = Column(Float)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print(s.execute(select(Dev.code, func.avg(Rec.vib))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.join(Rec, Rec.device_id==Dev.id).group_by(Dev.code)).all())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决策：数据访问方式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裸SQL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SQLAlchemy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四表模型+relationship(back_populates)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bulk批量事务入库(100/批)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按设备平均vib/告警Top3查询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数据字典完整+批量事务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ER观察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跑参考ER演示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手绘关系图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标主外键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能画四表连线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两表起步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devices+records两表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插入并查询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能入库能查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仓库+统计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四表ORM建模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bulk入库500条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均值/Top3/时段聚合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溯源查询正确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闭环演示+健康报告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接P3仪表盘读库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窗口函数环比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慢查询Top3报告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EXPLAIN证据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复杂查询：多表JOIN+窗口函数（按小时聚合+环比）SQL与ORM双实现)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四表模型+relationship(back_populates)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bulk批量事务入库(100/批)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按设备平均vib/告警Top3查询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DateTime存ISO，别存字符串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bulk_save_objects批量插入比逐条add快10倍+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session用完即with关闭，防连接泄漏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N+1慢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joinedload一次带出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连接泄漏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session未关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with Session()自动关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索引不生效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列序不对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(device_id,ts)联合序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运行时出现「N+1慢」，你的排查顺序是？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