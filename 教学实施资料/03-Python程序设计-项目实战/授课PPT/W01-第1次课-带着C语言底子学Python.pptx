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开场30秒：本次课《带着C语言底子学Python》，80分钟＝2课时×40分钟。课前已发工单+starter+微课知识卡，资讯·计划线上完成。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知识卡1：C→Python映射：声明→动态/大括号→缩进/指针→引用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知识卡2：引用语义：b=a后改b会动a(列表不拷贝)——应用：import copy; b=copy.deepcopy(a)——浅拷贝改b动a，深拷贝才安全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知识卡3：列表append动态扩容；字典O(1)查找——应用：buffer.append(row); len(buffer)&gt;=1000时批量写库——无需预分配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知识卡4：try/except替代错误码层层上抛——应用：try:conn=connect() except TimeoutError as e:log(e);retry()——异常分层捕获不丢栈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知识卡5：类=struct+函数指针的升级——应用：class Device: code=''; def start(self):...——数据+行为打包，比C的struct+函数指针更安全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知识卡6：缩进统一4空格禁Tab混用——应用：见工单starter与教师参考实现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预习知识点：Python基础回顾(C→Python迁移)；venv虚拟环境 | 课中检查知识点：五题闯关全过；能创建venv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带着C语言底子学Python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缩进混用Tab/空格是迁移第一坑，统一4空格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缩进统一4空格禁Tab混用——应用：见工单starter与教师参考实现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C→Python映射表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声明→动态类型；大括号→缩进；指针→引用语义（a=b传的是“别名”，列表赋值不拷贝！）；struct+函数指针→类。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动态数组的正确姿势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list.append而非固定长度；字典=哈希表O(1)查——C里手写的活儿内置了。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带着C语言底子学Python（1）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C与Python对比导览：解释型vs编译型、缩进vs大括号、动态类型vs静态类型；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基础语法迁移：变量、运算符、控制流（if/while/for/break/continue）；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函数定义与调用：与C函数的对照（默认参数、关键字参数）；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指针→对象：Python引用语义与C指针的异同。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题1-2: 换算器/一元二次(含分支)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题3: 设备增删改查(字典)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题4: PLC子类(scan_ms)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5题全对+PEP8≥85%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每题附3个边界断言（空输入/极值/异常），pytest跑绿)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题1-2: 换算器/一元二次(含分支)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题3: 设备增删改查(字典)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题4: PLC子类(scan_ms)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缩进混用Tab/空格是迁移第一坑，统一4空格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b=a后改b会动a——拷贝用list(a)或a.copy()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f-string替代printf，类型自动转换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运行时出现「b改a也变」，你的排查顺序是？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