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8" r:id="rId50"/>
    <p:sldId id="301" r:id="rId53"/>
    <p:sldId id="304" r:id="rId56"/>
    <p:sldId id="305" r:id="rId57"/>
    <p:sldId id="309" r:id="rId61"/>
    <p:sldId id="311" r:id="rId63"/>
    <p:sldId id="312" r:id="rId64"/>
    <p:sldId id="316" r:id="rId68"/>
    <p:sldId id="317" r:id="rId69"/>
    <p:sldId id="318" r:id="rId70"/>
    <p:sldId id="319" r:id="rId71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3" r:id="rId85"/>
    <p:sldId id="367" r:id="rId119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5" r:id="rId97"/>
    <p:sldId id="346" r:id="rId98"/>
    <p:sldId id="347" r:id="rId99"/>
    <p:sldId id="354" r:id="rId106"/>
    <p:sldId id="359" r:id="rId111"/>
    <p:sldId id="360" r:id="rId112"/>
    <p:sldId id="361" r:id="rId113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4" Type="http://schemas.openxmlformats.org/officeDocument/2006/relationships/slide" Target="slides/slide22.xml"/><Relationship Id="rId47" Type="http://schemas.openxmlformats.org/officeDocument/2006/relationships/slide" Target="slides/slide23.xml"/><Relationship Id="rId50" Type="http://schemas.openxmlformats.org/officeDocument/2006/relationships/slide" Target="slides/slide24.xml"/><Relationship Id="rId53" Type="http://schemas.openxmlformats.org/officeDocument/2006/relationships/slide" Target="slides/slide25.xml"/><Relationship Id="rId56" Type="http://schemas.openxmlformats.org/officeDocument/2006/relationships/slide" Target="slides/slide26.xml"/><Relationship Id="rId57" Type="http://schemas.openxmlformats.org/officeDocument/2006/relationships/slide" Target="slides/slide27.xml"/><Relationship Id="rId61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8" Type="http://schemas.openxmlformats.org/officeDocument/2006/relationships/slide" Target="slides/slide31.xml"/><Relationship Id="rId69" Type="http://schemas.openxmlformats.org/officeDocument/2006/relationships/slide" Target="slides/slide32.xml"/><Relationship Id="rId70" Type="http://schemas.openxmlformats.org/officeDocument/2006/relationships/slide" Target="slides/slide33.xml"/><Relationship Id="rId71" Type="http://schemas.openxmlformats.org/officeDocument/2006/relationships/slide" Target="slides/slide34.xml"/><Relationship Id="rId72" Type="http://schemas.openxmlformats.org/officeDocument/2006/relationships/slide" Target="slides/slide35.xml"/><Relationship Id="rId74" Type="http://schemas.openxmlformats.org/officeDocument/2006/relationships/slide" Target="slides/slide36.xml"/><Relationship Id="rId76" Type="http://schemas.openxmlformats.org/officeDocument/2006/relationships/slide" Target="slides/slide37.xml"/><Relationship Id="rId78" Type="http://schemas.openxmlformats.org/officeDocument/2006/relationships/slide" Target="slides/slide38.xml"/><Relationship Id="rId80" Type="http://schemas.openxmlformats.org/officeDocument/2006/relationships/slide" Target="slides/slide39.xml"/><Relationship Id="rId81" Type="http://schemas.openxmlformats.org/officeDocument/2006/relationships/slide" Target="slides/slide40.xml"/><Relationship Id="rId83" Type="http://schemas.openxmlformats.org/officeDocument/2006/relationships/slide" Target="slides/slide41.xml"/><Relationship Id="rId85" Type="http://schemas.openxmlformats.org/officeDocument/2006/relationships/slide" Target="slides/slide42.xml"/><Relationship Id="rId87" Type="http://schemas.openxmlformats.org/officeDocument/2006/relationships/slide" Target="slides/slide44.xml"/><Relationship Id="rId88" Type="http://schemas.openxmlformats.org/officeDocument/2006/relationships/slide" Target="slides/slide45.xml"/><Relationship Id="rId89" Type="http://schemas.openxmlformats.org/officeDocument/2006/relationships/slide" Target="slides/slide46.xml"/><Relationship Id="rId90" Type="http://schemas.openxmlformats.org/officeDocument/2006/relationships/slide" Target="slides/slide47.xml"/><Relationship Id="rId91" Type="http://schemas.openxmlformats.org/officeDocument/2006/relationships/slide" Target="slides/slide48.xml"/><Relationship Id="rId93" Type="http://schemas.openxmlformats.org/officeDocument/2006/relationships/slide" Target="slides/slide49.xml"/><Relationship Id="rId94" Type="http://schemas.openxmlformats.org/officeDocument/2006/relationships/slide" Target="slides/slide50.xml"/><Relationship Id="rId95" Type="http://schemas.openxmlformats.org/officeDocument/2006/relationships/slide" Target="slides/slide51.xml"/><Relationship Id="rId97" Type="http://schemas.openxmlformats.org/officeDocument/2006/relationships/slide" Target="slides/slide52.xml"/><Relationship Id="rId98" Type="http://schemas.openxmlformats.org/officeDocument/2006/relationships/slide" Target="slides/slide53.xml"/><Relationship Id="rId99" Type="http://schemas.openxmlformats.org/officeDocument/2006/relationships/slide" Target="slides/slide54.xml"/><Relationship Id="rId106" Type="http://schemas.openxmlformats.org/officeDocument/2006/relationships/slide" Target="slides/slide55.xml"/><Relationship Id="rId111" Type="http://schemas.openxmlformats.org/officeDocument/2006/relationships/slide" Target="slides/slide56.xml"/><Relationship Id="rId112" Type="http://schemas.openxmlformats.org/officeDocument/2006/relationships/slide" Target="slides/slide57.xml"/><Relationship Id="rId113" Type="http://schemas.openxmlformats.org/officeDocument/2006/relationships/slide" Target="slides/slide58.xml"/><Relationship Id="rId117" Type="http://schemas.openxmlformats.org/officeDocument/2006/relationships/slide" Target="slides/slide59.xml"/><Relationship Id="rId118" Type="http://schemas.openxmlformats.org/officeDocument/2006/relationships/slide" Target="slides/slide60.xml"/><Relationship Id="rId11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开场30秒：本次课《给产线数据安个家》，80分钟＝2课时×40分钟。课前已发工单+starter+微课知识卡，资讯·计划线上完成。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情境说书（30秒，口头讲，不必逐字念）：数据落了地却没有家。吴工：'给数据建个仓库吧——设备、测点、记录、告警四张表。'——工单P5：ER设计+ORM开发+索引优化。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详解B1·仓库模式：先读定义→场景为什么用它→看代码实例→扩展给A层。C/D层掌握前三格，A层加扩展格。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详解B2·外键与数据字典：先读定义→场景为什么用它→看代码实例→扩展给A层。C/D层掌握前三格，A层加扩展格。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详解B3·ORM声明式：先读定义→场景为什么用它→看代码实例→扩展给A层。C/D层掌握前三格，A层加扩展格。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详解B4·bulk批量插入：先读定义→场景为什么用它→看代码实例→扩展给A层。C/D层掌握前三格，A层加扩展格。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详解B5·N+1陷阱：先读定义→场景为什么用它→看代码实例→扩展给A层。C/D层掌握前三格，A层加扩展格。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详解B6·索引与EXPLAIN：先读定义→场景为什么用它→看代码实例→扩展给A层。C/D层掌握前三格，A层加扩展格。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现场演示《ORM模型+查询》：三步走——先整段跑通看结果，再逐行讲关键语句，最后现场改一个参数看输出变化（演10分钟的核心素材）。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错误速查：现场演示第一条——制造「N+1慢」，带着学生按'现象→原因→解决'三步排查。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给产线数据安个家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ProcessOn（ER图设计）+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给产线数据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安个家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 · bulk批量插入快10倍——应用：见工单starter与教师参考实现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技能线：四表ER设计与ORM建模——应用：见工单starter与教师参考实现；批量事务入库——应用：见工单starter与教师参考实现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P5《产线数据仓库与ORM》——本课工单即考核单元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目标：掌握关系数据库建模方法与SQL核心语法；掌握SQLAlchemy ORM的模型定义与查询；理解索引与查询优化原理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目标：能够完成4表ER设计并建库；能够用ORM实现采集数据入库与统计查询；能够对比直写/批量写性能并优化。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目标：树立“数据资产”管理意识，培养先设计后编码的工程规范化习惯。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SQLAlchemy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ER设计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批量写入与索引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课中检查｜上次课（W6）抽查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采集率≥95%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题目：一对多关系在表结构上如何表达？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任务背景：数据落了地却没有家。吴工：'给数据建个仓库吧——设备、测点、记录、告警四张表。'——工单P5：ER设计+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掌握关系数据库建模方法与SQL核心语法；掌握SQLAlchemy ORM的模型定义与查询；理解索引与查询优化原理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树立“数据资产”管理意识，培养先设计后编码的工程规范化习惯。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知识详解：仓库模式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仓库模式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仓库模式=档案室三级索引：设备档案1-N测点盒N-记录纸；告警挂档案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时序数据入库的关系建模——三张主表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devices / metrics / alarms 外键关联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误区：一张大宽表塞所有——先画ER再建表，表错后面全返工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知识详解：外键与数据字典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外键与数据字典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外键=档案间的挂锁引用；数据字典=每格抽屉的说明书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表关系与字段口径的成文契约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metrics.device_id REFERENCES devices.id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误区：字段含义靠口口相传——字典进docs/新同事不看代码也能懂库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知识详解：ORM声明式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ORM声明式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ORM=用Python类'声明'表结构——类即表，字段即属性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SQL写进类定义——类型安全+自动建表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Metric(Base): __tablename__='metrics'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误区：ORM与裸SQL二选一——CRUD用ORM，复杂聚合报表裸SQL更快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知识详解：bulk批量插入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bulk批量插入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bulk=整车运输vs逐件快递：一次提交万行，快10倍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万级记录必备——逐条insert是性能杀手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session.bulk_save_objects(metrics_rows)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误区：bulk完不commit——数据只在内存，进程一退全没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知识详解：N+1陷阱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N+1陷阱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N+1=点一名学生跑一趟教务处——列表页逐条查询卡顿元凶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查询列表页卡顿的头号原因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session.query(Device).options(joinedload(Device.alarms))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误区：小数据量感觉不到——数据上万秒变分钟，echo=True眼见为实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知识详解：索引与EXPLAIN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索引与EXPLAIN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索引=书后索引页：查得快但每页写书都要多维护一份——有代价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按设备查时段是最高频查询——(device_id,ts)复合索引正覆盖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CREATE INDEX idx_dev_ts ON metrics(device_id, 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误区：索引滥建——写入每行都更新所有索引，写多读少的表别加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知识应用（6）：索引(device_id,ts)+EXPLA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索引(device_id,ts)+EXPLAIN。在两江智造产线上的用法：见工单starter与教师参考实现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批量事务入库——应用：见工单starter与教师参考实现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JOIN聚合统计查询——应用：见工单starter与教师参考实现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索引优化前后对比取证——应用：见工单starter与教师参考实现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给产线数据安个家（1）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关系数据库基础：表、主键、外键、索引；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工业数据建模：设备表、测点表、采集记录表、告警事件表的ER设计；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SQL核心：CREATE/INSERT/SELECT/WHERE/GROUP BY/JOIN；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查询优化初步：EXPLAIN执行计划、索引命中。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关键代码：ORM模型+查询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Rec(Base):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__tablename__ = "records"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id = Column(Integer, primary_key=True)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device_id = Column(Integer, ForeignKey("devices.id"))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Column(DateTime); vib = Column(Float)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print(s.execute(select(Dev.code, func.avg(Rec.vib))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.join(Rec, Rec.device_id==Dev.id).group_by(Dev.code)).all())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决策：数据访问方式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性能可控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裸SQL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SQLAlchemy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本课决策题：决策：数据访问方式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实施任务：工单P5《产线数据仓库与ORM》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四表模型+relationship(back_populates)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bulk批量事务入库(100/批)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按设备平均vib/告警Top3查询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4表合理+ORM入库+2条查询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数据字典完整+批量事务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ER观察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跑参考ER演示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手绘关系图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标主外键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能画四表连线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两表起步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devices+records两表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插入并查询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能入库能查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仓库+统计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四表ORM建模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bulk入库500条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均值/Top3/时段聚合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溯源查询正确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闭环演示+健康报告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接P3仪表盘读库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窗口函数环比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慢查询Top3报告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EXPLAIN证据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复杂查询：多表JOIN+窗口函数（按小时聚合+环比）SQL与ORM双实现)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四表模型+relationship(back_populates)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bulk批量事务入库(100/批)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按设备平均vib/告警Top3查询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DateTime存ISO，别存字符串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bulk_save_objects批量插入比逐条add快10倍+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session用完即with关闭，防连接泄漏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N+1慢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joinedload一次带出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连接泄漏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session未关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with Session()自动关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索引不生效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列序不对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(device_id,ts)联合序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D·学徒（≥60）：ER观察——跟做保底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C·操作员（≥70）：两表起步——基础完成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B·组长（≥80）：仓库+统计——标准达成+帮带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A·师傅（≥90）：闭环演示+健康报告——进阶拓展+费曼讲解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P5 数据仓库完成态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四表建表成功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索引生效（EXPLAIN 走索引）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批量插入万行 &lt; 5 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血缘查询可用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shot_w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完成ER图与数据字典文档；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预习机器学习基本流程（训练/验证/预测）。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给产线数据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安个家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N+1慢 · 连接泄漏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一对多关系在表结构上如何表达？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排错题：出现「N+1慢」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原因：循环逐查关联；解决：joinedload一次带出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设备1-N测点1-N记录；告警挂设备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知识：设备1-N测点1-N记录；告警挂设备；外键=关系表达；数据字典逐字段；ORM声明式+relationship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技能：四表ER设计与ORM建模——应用：见工单starter与教师参考实现；批量事务入库——应用：见工单starter与教师参考实现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交付：工单P5《产线数据仓库与ORM》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诊断模型训练与F1达标——应用：见工单start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