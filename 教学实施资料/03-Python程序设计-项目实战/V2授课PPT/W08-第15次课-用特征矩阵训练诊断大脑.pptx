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301" r:id="rId53"/>
    <p:sldId id="302" r:id="rId54"/>
    <p:sldId id="304" r:id="rId56"/>
    <p:sldId id="309" r:id="rId61"/>
    <p:sldId id="311" r:id="rId63"/>
    <p:sldId id="312" r:id="rId64"/>
    <p:sldId id="316" r:id="rId68"/>
    <p:sldId id="317" r:id="rId69"/>
    <p:sldId id="318" r:id="rId70"/>
    <p:sldId id="319" r:id="rId71"/>
    <p:sldId id="320" r:id="rId72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68" r:id="rId120"/>
    <p:sldId id="336" r:id="rId88"/>
    <p:sldId id="337" r:id="rId89"/>
    <p:sldId id="338" r:id="rId90"/>
    <p:sldId id="339" r:id="rId91"/>
    <p:sldId id="340" r:id="rId92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4" Type="http://schemas.openxmlformats.org/officeDocument/2006/relationships/slide" Target="slides/slide22.xml"/><Relationship Id="rId47" Type="http://schemas.openxmlformats.org/officeDocument/2006/relationships/slide" Target="slides/slide23.xml"/><Relationship Id="rId50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6" Type="http://schemas.openxmlformats.org/officeDocument/2006/relationships/slide" Target="slides/slide27.xml"/><Relationship Id="rId61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33.xml"/><Relationship Id="rId71" Type="http://schemas.openxmlformats.org/officeDocument/2006/relationships/slide" Target="slides/slide34.xml"/><Relationship Id="rId72" Type="http://schemas.openxmlformats.org/officeDocument/2006/relationships/slide" Target="slides/slide35.xml"/><Relationship Id="rId73" Type="http://schemas.openxmlformats.org/officeDocument/2006/relationships/slide" Target="slides/slide36.xml"/><Relationship Id="rId75" Type="http://schemas.openxmlformats.org/officeDocument/2006/relationships/slide" Target="slides/slide37.xml"/><Relationship Id="rId77" Type="http://schemas.openxmlformats.org/officeDocument/2006/relationships/slide" Target="slides/slide38.xml"/><Relationship Id="rId79" Type="http://schemas.openxmlformats.org/officeDocument/2006/relationships/slide" Target="slides/slide39.xml"/><Relationship Id="rId81" Type="http://schemas.openxmlformats.org/officeDocument/2006/relationships/slide" Target="slides/slide40.xml"/><Relationship Id="rId82" Type="http://schemas.openxmlformats.org/officeDocument/2006/relationships/slide" Target="slides/slide41.xml"/><Relationship Id="rId84" Type="http://schemas.openxmlformats.org/officeDocument/2006/relationships/slide" Target="slides/slide42.xml"/><Relationship Id="rId86" Type="http://schemas.openxmlformats.org/officeDocument/2006/relationships/slide" Target="slides/slide43.xml"/><Relationship Id="rId88" Type="http://schemas.openxmlformats.org/officeDocument/2006/relationships/slide" Target="slides/slide45.xml"/><Relationship Id="rId89" Type="http://schemas.openxmlformats.org/officeDocument/2006/relationships/slide" Target="slides/slide46.xml"/><Relationship Id="rId90" Type="http://schemas.openxmlformats.org/officeDocument/2006/relationships/slide" Target="slides/slide47.xml"/><Relationship Id="rId91" Type="http://schemas.openxmlformats.org/officeDocument/2006/relationships/slide" Target="slides/slide48.xml"/><Relationship Id="rId92" Type="http://schemas.openxmlformats.org/officeDocument/2006/relationships/slide" Target="slides/slide49.xml"/><Relationship Id="rId94" Type="http://schemas.openxmlformats.org/officeDocument/2006/relationships/slide" Target="slides/slide50.xml"/><Relationship Id="rId95" Type="http://schemas.openxmlformats.org/officeDocument/2006/relationships/slide" Target="slides/slide51.xml"/><Relationship Id="rId96" Type="http://schemas.openxmlformats.org/officeDocument/2006/relationships/slide" Target="slides/slide52.xml"/><Relationship Id="rId98" Type="http://schemas.openxmlformats.org/officeDocument/2006/relationships/slide" Target="slides/slide53.xml"/><Relationship Id="rId99" Type="http://schemas.openxmlformats.org/officeDocument/2006/relationships/slide" Target="slides/slide54.xml"/><Relationship Id="rId100" Type="http://schemas.openxmlformats.org/officeDocument/2006/relationships/slide" Target="slides/slide55.xml"/><Relationship Id="rId107" Type="http://schemas.openxmlformats.org/officeDocument/2006/relationships/slide" Target="slides/slide56.xml"/><Relationship Id="rId112" Type="http://schemas.openxmlformats.org/officeDocument/2006/relationships/slide" Target="slides/slide57.xml"/><Relationship Id="rId113" Type="http://schemas.openxmlformats.org/officeDocument/2006/relationships/slide" Target="slides/slide58.xml"/><Relationship Id="rId114" Type="http://schemas.openxmlformats.org/officeDocument/2006/relationships/slide" Target="slides/slide59.xml"/><Relationship Id="rId118" Type="http://schemas.openxmlformats.org/officeDocument/2006/relationships/slide" Target="slides/slide60.xml"/><Relationship Id="rId119" Type="http://schemas.openxmlformats.org/officeDocument/2006/relationships/slide" Target="slides/slide61.xml"/><Relationship Id="rId12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开场30秒：本次课《用特征矩阵训练诊断大脑》，80分钟＝2课时×40分钟。课前已发工单+starter+微课知识卡，资讯·计划线上完成。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详解B1·建模五步流：先读定义→场景为什么用它→看代码实例→扩展给A层。C/D层掌握前三格，A层加扩展格。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详解B2·混淆矩阵业务化：先读定义→场景为什么用它→看代码实例→扩展给A层。C/D层掌握前三格，A层加扩展格。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详解B3·F1与交叉验证：先读定义→场景为什么用它→看代码实例→扩展给A层。C/D层掌握前三格，A层加扩展格。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详解B4·推理服务化：先读定义→场景为什么用它→看代码实例→扩展给A层。C/D层掌握前三格，A层加扩展格。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详解B5·warmup与p95：先读定义→场景为什么用它→看代码实例→扩展给A层。C/D层掌握前三格，A层加扩展格。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详解B6·服务健康自检：先读定义→场景为什么用它→看代码实例→扩展给A层。C/D层掌握前三格，A层加扩展格。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工单发布话术：'数字化转型办公室发来工单P6.1《故障诊断模型》，及格线是F，优秀线看A层标准'——念完发starter。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用特征矩阵训练诊断大脑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P6.1《故障诊断模型》——本课工单即考核单元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目标：建立“数据→特征→模型→服务”的端到端工程视野，培养模型版本管理与可复现的工程规范意识。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项目3+项目6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scikit-learn五步流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模型保存(joblib)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推理服务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课中检查｜上次课（W7）抽查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四表仓库可查询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任务背景：收官。方总监把P2.2的特征和P5的仓库摆上桌：'最后一步，让数据学会预判。'——工单P6：训练故障诊断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对应工单P6.1评分：功能40%+技术25%+规范20%+素养15%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知识详解：建模五步流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建模五步流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scikit-learn标准作业程序——顺序即纪律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joblib.dump(model, 'model_v20260926.joblib')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知识详解：混淆矩阵业务化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混淆矩阵业务化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故障诊断评估不能只看准确率——错在哪类才关键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FN=漏报真故障(代价高) → 阈值向召回偏移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知识详解：F1与交叉验证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F1与交叉验证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类别不平衡(故障样本少)时的诚实指标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知识详解：推理服务化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推理服务化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服务化=模型坐上窗口：POST JSON特征进→predict→JSON结论出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模型从notebook走向服务——部署第一步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http.server处理POST /predict，标准库即可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误区：接口没schema约定——请求字段错一个静默出错结论，契约先行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知识详解：warmup与p95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warmup与p95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warmup=发动机热车：首次调用加载模型慢，预热后再测；p95=95%请求的耗时线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延迟验收口径：p95不是平均值——体感由慢请求决定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先curl一次预热，再压100次取95分位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误区：只报平均延迟——1次10秒卡住用户体感，均值全被掩盖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知识应用（5）：推理服务：POST JSON→预测→返回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推理服务：POST JSON→预测→返回。在两江智造产线上的用法：见工单starter与教师参考实现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知识详解：服务健康自检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服务健康自检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/health=服务的心电监护：GET返回模型版本与状态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部署后'活着吗'的标准问法——运维可见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{'status':'ok','model':'v20260926'}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误区：health与metrics混一谈——health管活没活，metrics管好不好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用特征矩阵训练诊断大脑（1）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机器学习工作流：数据集划分→训练→验证→调参→保存模型；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Scikit-learn分类器：逻辑回归、随机森林、SVM；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模型评估：交叉验证、混淆矩阵、精确率/召回率/F1；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工单P6.1实操：使用P2.2特征矩阵训练设备故障诊断模型（F1≥0.80）并接入P5数据库形成诊断服务。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实施任务：工单P6.1《故障诊断模型》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五步流: 划分→训练→交叉验证→调参→保存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混淆矩阵+报告(F1≥0.80)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joblib保存model_v1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F1≥0.80并保存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对比+调参记录+接入数据库联动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模型对比报告：LR/RF/GBM三模型F1+耗时+可解释性三维评价)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五步流: 划分→训练→交叉验证→调参→保存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混淆矩阵+报告(F1≥0.80)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joblib保存model_v1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特征列序与训练完全一致：feature_names.json对齐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F1≥0.80及格线，调参记录留痕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接入P5库：新记录→特征→预测→结果回写诊断字段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C·操作员（≥70）：基线模型——基础完成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B·组长（≥80）：训练+服务——标准达成+帮带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A·师傅（≥90）：ONNX对比+P7立项——进阶拓展+费曼讲解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P6 模型训练完成态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F1 ≥ 0.80（训练日志可见）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model_v1.joblib 已保存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评估报告产出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退出码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02423"/>
            <a:ext cx="7863840" cy="22325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用特征矩阵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训练诊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预测恒同一类 · 模型加载失败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工单P6.1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过拟合的信号是什么？怎么防？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原因：特征顺序错位；解决：feature_names.json对齐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五步流：划分/训练/CV/调参/保存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知识：五步流：划分/训练/CV/调参/保存；混淆矩阵对角=对；业务代价看漏检；F1宏平均；交叉验证防偶然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交付：工单P6.1《故障诊断模型》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