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7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11" r:id="rId63"/>
    <p:sldId id="319" r:id="rId71"/>
    <p:sldId id="367" r:id="rId119"/>
    <p:sldId id="338" r:id="rId90"/>
    <p:sldId id="365" r:id="rId117"/>
    <p:sldId id="366" r:id="rId1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63" Type="http://schemas.openxmlformats.org/officeDocument/2006/relationships/slide" Target="slides/slide2.xml"/><Relationship Id="rId71" Type="http://schemas.openxmlformats.org/officeDocument/2006/relationships/slide" Target="slides/slide3.xml"/><Relationship Id="rId90" Type="http://schemas.openxmlformats.org/officeDocument/2006/relationships/slide" Target="slides/slide5.xml"/><Relationship Id="rId117" Type="http://schemas.openxmlformats.org/officeDocument/2006/relationships/slide" Target="slides/slide6.xml"/><Relationship Id="rId118" Type="http://schemas.openxmlformats.org/officeDocument/2006/relationships/slide" Target="slides/slide7.xml"/><Relationship Id="rId119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开场30秒：本次课《不写SQL也能操作数据库》，80分钟＝2课时×40分钟。课前已发工单+starter+微课知识卡，资讯·计划线上完成。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工单发布话术：'数字化转型办公室发来工单P5《产线数据仓库与ORM》，及格线是4，优秀线看A层标准'——念完发starter。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| 预习知识点：SQLAlchemy ORM；ER设计；批量写入与索引 | 课中检查知识点：四表仓库可查询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不写SQL也能操作数据库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第七周 · 第14次课（2课时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ProcessOn（ER图设计）+ Git/GitHub（每周提交）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不写SQL也能操作数据库（1）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SQLAlchemy ORM：模型定义、会话管理、关系映射；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ORM查询：filter、join、聚合；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批量写入与事务；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工单P5实操：将P4采集系统数据入库，构建小型产线数据仓库（ORM实现+统计查询+性能对比）。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实施任务：工单P5《产线数据仓库与ORM》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records(device_id,ts)建索引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EXPLAIN QUERY PLAN前后对比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复杂查询(多表JOIN聚合)冲优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4表合理+ORM入库+2条查询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索引有EXPLAIN证据+规避N+1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E54"/>
                </a:solidFill>
              </a:rPr>
              <a:t>工单实战 · 完成效果图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TARGET · 完成后长这样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410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B2B28"/>
                </a:solidFill>
              </a:rPr>
              <a:t>P5 ORM操作完成态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30000"/>
          </a:xfrm>
          <a:prstGeom prst="roundRect">
            <a:avLst>
              <a:gd name="adj" fmla="val 5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67928" y="1627632"/>
            <a:ext cx="3148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5E54"/>
                </a:solidFill>
              </a:rPr>
              <a:t>四个自检点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67928" y="2066543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95944" y="215798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157983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9992" y="2130551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ORM 声明式建表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67928" y="2807207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95944" y="2898647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95944" y="2898647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2871215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关系查询可用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67928" y="3547871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95944" y="3639311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95944" y="363931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3611879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批量插入生效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67928" y="4288535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95944" y="4379975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95944" y="4379975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4352543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EXPLAIN 走索引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" y="5138928"/>
            <a:ext cx="78638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5488" y="5138928"/>
            <a:ext cx="54864" cy="8686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212080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B2B28"/>
                </a:solidFill>
              </a:rPr>
              <a:t>怎么看：终端退出码 0 + 关键数字在及格线以上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541264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E6A"/>
                </a:solidFill>
              </a:rPr>
              <a:t>截图提交：运行窗口含文件名与输出，截全屏交工单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6419088"/>
            <a:ext cx="11241024" cy="9000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452297"/>
            <a:ext cx="7863840" cy="15327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完成工单P5《产线数据仓库》：及格标准4表设计合理+ORM入库+基础统计；优秀标准含索引优化+批量写入+复杂查询；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完成ER图与数据字典文档；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预习机器学习基本流程（训练/验证/预测）。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下次课预告（第8周）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诊断模型训练与F1达标——应用：见工单start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过拟合的信号是什么？怎么防？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