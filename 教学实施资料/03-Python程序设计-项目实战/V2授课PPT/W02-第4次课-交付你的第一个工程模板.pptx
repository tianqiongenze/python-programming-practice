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0" r:id="rId32"/>
    <p:sldId id="307" r:id="rId59"/>
    <p:sldId id="334" r:id="rId86"/>
    <p:sldId id="336" r:id="rId88"/>
    <p:sldId id="361" r:id="rId113"/>
    <p:sldId id="362" r:id="rId1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32" Type="http://schemas.openxmlformats.org/officeDocument/2006/relationships/slide" Target="slides/slide2.xml"/><Relationship Id="rId59" Type="http://schemas.openxmlformats.org/officeDocument/2006/relationships/slide" Target="slides/slide3.xml"/><Relationship Id="rId86" Type="http://schemas.openxmlformats.org/officeDocument/2006/relationships/slide" Target="slides/slide4.xml"/><Relationship Id="rId88" Type="http://schemas.openxmlformats.org/officeDocument/2006/relationships/slide" Target="slides/slide5.xml"/><Relationship Id="rId113" Type="http://schemas.openxmlformats.org/officeDocument/2006/relationships/slide" Target="slides/slide6.xml"/><Relationship Id="rId1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开场30秒：本次课《交付你的第一个工程模板》，80分钟＝2课时×40分钟。课前已发工单+starter+微课知识卡，资讯·计划线上完成。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情境说书（30秒，口头讲，不必逐字念）：进组第一件事不是写代码。方总监下令：全组统一工程底座，'以后所有代码都长在这个模板上。'——工单P1.2：交付标准工程模板（venv+Git+目录规范），模板即资产。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预习知识点：PEP8规范；Git基本操作(init/add/commit) | 课中检查知识点：工程模板可运行；能git commit一次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交付你的第一个工程模板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第二周 · 第4次课（2课时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Git/GitHub（工程模板核心·五步工作流）</a:t>
            </a:r>
          </a:p>
        </p:txBody>
      </p:sp>
      <p:pic>
        <p:nvPicPr>
          <p:cNvPr id="7" name="Picture 6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进组第一件事不是写代码。方总监下令：全组统一工程底座，'以后所有代码都长在这个模板上。'——工单P1.2：交付标准工程模板（conda环境+Git+目录规范），模板即资产。</a:t>
            </a:r>
          </a:p>
        </p:txBody>
      </p:sp>
      <p:pic>
        <p:nvPicPr>
          <p:cNvPr id="9" name="Picture 8" descr="W2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交付你的第一个工程模板（1）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项目结构设计：src/、tests/、docs/、data/、config/目录规范；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工具链配置：PyCharm CE扩展、pylint/flake8检查、black自动格式化；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单元测试入门：pytest编写与运行；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日志系统与配置管理（settings.yaml）；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工单P1.2实操：搭建标准Python工程模板并上传Git仓库。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完成工单P1.2《标准Python工程模板》：及格标准环境可用+仓库初始化+结构完整；优秀标准依赖可还原+CI配置+检查工具集成；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用模板重构P1.1练习代码并提交规范commit；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预习Pandas的Series与DataFrame概念。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/>
              <a:t>P2.2 特征工厂完成态 · 完成后长这样（真实运行·参考实现）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3. 箱线图已产出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2. 计算耗时 &lt; 100ms（向量化）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1B2B28"/>
                </a:solidFill>
              </a:rPr>
              <a:t>4. 特征字典五列齐全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</a:t>
            </a:r>
          </a:p>
        </p:txBody>
      </p:sp>
      <p:pic>
        <p:nvPicPr>
          <p:cNvPr id="16" name="Picture 15" descr="shot_w2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9205" y="1900000"/>
            <a:ext cx="3001589" cy="1600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下次课预告（第3周）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七步管道构建与质量自测——应用：见工单start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dropna/fillna/interpolate各适用什么场景？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