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13" r:id="rId65"/>
    <p:sldId id="342" r:id="rId94"/>
    <p:sldId id="344" r:id="rId96"/>
    <p:sldId id="369" r:id="rId121"/>
    <p:sldId id="370" r:id="rId1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65" Type="http://schemas.openxmlformats.org/officeDocument/2006/relationships/slide" Target="slides/slide3.xml"/><Relationship Id="rId94" Type="http://schemas.openxmlformats.org/officeDocument/2006/relationships/slide" Target="slides/slide4.xml"/><Relationship Id="rId96" Type="http://schemas.openxmlformats.org/officeDocument/2006/relationships/slide" Target="slides/slide5.xml"/><Relationship Id="rId121" Type="http://schemas.openxmlformats.org/officeDocument/2006/relationships/slide" Target="slides/slide6.xml"/><Relationship Id="rId12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开场30秒：本次课《从振动信号提取30维特征》，80分钟＝2课时×40分钟。课前已发工单+starter+微课知识卡，资讯·计划线上完成。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从振动信号提取30维特征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从振动信号提取30维特征（1）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傅里叶变换（FFT）与频域分析：np.fft.fft、fftfreq；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时域特征（10个）：均值、标准差、峰值、峰峰值、RMS、峭度等；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频域特征（15个）：主频率、频率带宽、能量分布、频域质心等；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统计特征（5个）：偏度、峰度、变异系数、信息熵等；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工单P2.2实操：基于“特征字典模板+5个示例特征实现”骨架起步，补齐其余特征并完成向量化实现、特征标准化与箱线图可视化（4课时聚焦NumPy表达与性能优化，不从零推导公式）。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P6 模型服务完成态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serve 模式接口可调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model_v1.joblib 已保存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healthz 返回 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  <p:pic>
        <p:nvPicPr>
          <p:cNvPr id="16" name="Picture 15" descr="shot_w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00" y="2210763"/>
            <a:ext cx="4600000" cy="978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