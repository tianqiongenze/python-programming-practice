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W01 · 第2次课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列表与字典：C里没有的武器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Python基础练习五题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缩进即语法——你踩过哪些C习惯的坑？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语法迁移——重点：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控制流与函数的C→Python映射；列表/字典/元组三大容…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首课无历史坑——今天开始给自己建一份《错题本》。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本节主线：C→Python映射：声明→动态/大括号→缩进/指针→引用 / 引用语义：b=a后改b会动a(列表不拷贝)——应用：imp… / 列表append动态扩容；字典O(1)查找——应用：buf…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7939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7939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1.题5: 带异常保护…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82852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8285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2.全部过pytest…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3670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3670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3.整理《C→Pyth…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try/except替代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("C用返回码(-1表错)让调用方自查，Python用异常沿栈上抛…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类=struct+函数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("C的struct只装数据、函数在外；Python的类把'数据+…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缩进规范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('Python用缩进表达块结构（C用花括号）：同一块必须同缩进—…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try/except替代错误码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C层层if判错误码=快递每站验货；Python异常=坏件直接退回总站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原理：C用返回码(-1表错)让调用方自查，Python用异常沿栈上抛直到有人接——错误处理从'每层if'变'一处兜底'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连接超时/文件缺失——错误处理集中化不污染主逻辑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怎么判断：文件/网络/解析三层调用，错误只在最外层try一次——中间层干净写主流程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try: conn=connect() except TimeoutError: 重试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逐行看：C: if(read()&lt;0) return -1 层层传染；Python: 最外try/except FileNotFoundError 一处接住——代码量少一半，主逻辑不掺错误分支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误区：异常当goto滥用——只对'真异常'用，正常分支别进try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进阶：自定义异常类携带业务上下文（class SensorError(Exception)带dev_id）；异常链raise from保留根因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try/except替代错误码：一张图看懂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d11c6f504957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追问：误区：异常当goto滥用——只对'真异常'用，正常分支别进try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一句话：C层层if判错误码=快递每站验货；Python异常=坏件直接退回总站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何时用：连接超时/文件缺失——错误处理集中化不污染主逻辑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类=struct+函数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C的struct=数据仓库；Python类=仓库+员工——数据行为一体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原理：C的struct只装数据、函数在外；Python的类把'数据+操作'绑一起：属性=struct字段、方法=绑定的函数——自带命名空间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设备采集器封装——数据与操作不分离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怎么判断：从C迁移心智：把'struct+配套函数组'直接翻译成类——Device{char id[8]}+start()→class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class Device: self.code=…; def start(self): 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逐行看：class Device: 属性区（self.dev_id）；方法区（def start）——比C的struct Device + void start(Device*) 少传一层指针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误区：类当struct用只放数据不放方法——封装价值损失一半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进阶：dataclass装饰器@dataclass自动生成__init__/__repr__——纯数据类十行变三行；具名元组轻量替代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类=struct+函数：一张图看懂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3081a2e42d52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追问：误区：类当struct用只放数据不放方法——封装价值损失一半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一句话：C的struct=数据仓库；Python类=仓库+员工——数据行为一体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何时用：设备采集器封装——数据与操作不分离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缩进规范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缩进即语法块=用磅秤分装不许手掂——4空格统一禁Tab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原理：Python用缩进表达块结构（C用花括号）：同一块必须同缩进——4空格是PEP 8军规，Tab/空格混用直接报错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从C大括号迁来的最大习惯差异——Tab混用直接TabError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怎么判断：从C转来最容易'忘冒号'和'混Tab'——PyCharm设置Tab自动转4空格一劳永逸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PyCharm设置显示空白字符——一眼辨Tab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逐行看：if x&gt;80: 冒号必须有；换行后4空格缩进进块——块结束=回到上一级缩进，没有end/}收尾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误区：混用Tab与4空格本地能跑提交报错——IDE统一转换开起来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进阶：行太长用括号续行或\；PyCharm的Reformat Code一键规范缩进——格式问题永远交给工具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缩进规范：一张图看懂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46cd9fd64a7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追问：误区：混用Tab与4空格本地能跑提交报错——IDE统一转换开起来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一句话：缩进即语法块=用磅秤分装不许手掂——4空格统一禁Tab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何时用：从C大括号迁来的最大习惯差异——Tab混用直接TabError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a = [1, 2,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双栏对照法完成语法迁移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双栏对照法完成语法迁移——应用：见工单starter与教师参考实现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五题渐进练习全通过py…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五题渐进练习全通过pytest断言——应用：见工单starter与…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异常保护文件读取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异常保护文件读取——应用：见工单starter与教师参考实现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a = [1, 2, 3]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 = a              # 引用!类似指针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b.append(4)        # a也变了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 = list(a)        # 真拷贝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with open(path, encoding="utf-8") as f: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return f.read()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except FileNotFoundError: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"FILE_NOT_FOUND"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b改a也变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list(a)或a.copy()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混用Tab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跨编辑器报错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统一4空格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=当==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条件失效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比较用==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P1.1 · Python基础练习五题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题5: 带异常保护的文件读取器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全部过pytest断言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整理《C→Python迁移对照笔记》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≥3题正确+PEP8≥75%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5题全对+每题测试用例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P1.1 五题闯关完成态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962085"/>
            <a:ext cx="7918704" cy="21474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89517"/>
            <a:ext cx="7863840" cy="20925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五道断言全部 PASS（5/5）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每题函数有实现与注释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截图含文件名与输出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五题+测试用例+讲解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197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197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达标：PEP8≥85%+笔记10条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每题附3边界断言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pytest全绿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挑1条向全班讲解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五题全对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0843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0843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完成题1-5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过内置断言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命名规范检查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三题保底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058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058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达标：题1-3正确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换算器+方程+字典管理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断言通过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注释补全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两题跟做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达标：能运行出结果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跟做题1/2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改参数再跑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记录一处差异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决策：题3容器选型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元组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按ID查设备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保持顺序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ID不可变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缩进即语法——你踩过哪些C习惯的坑？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≥3题正确+PEP8≥75%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5题全对+每题测试用例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9b5ca97cda36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try/except替代错误码：C层层if判错误码=快递每站验货；Python…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类=struct+函数：C的struct=数据仓库；Python类=仓…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缩进规范：缩进即语法块=用磅秤分装不许手掂——4空格统一…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整理个人《C→Python迁移对照笔记》；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预习PEP 8规范与Git基础操作。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像企业团队一样写代码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像企业团队一样写代码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列表与字典：C里没有的武器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