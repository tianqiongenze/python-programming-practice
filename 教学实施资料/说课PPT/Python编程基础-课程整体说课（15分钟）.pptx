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资源页40秒：24个notebook+12个微课+12份工单+12个starter全覆盖12周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48学时 · 大一新生 · 第1-12周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0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0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189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0000" y="168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0000" y="225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60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60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189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0000" y="168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学情分析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225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293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293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22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0000" y="301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课程目标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40000" y="358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293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293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22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0000" y="301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内容与结构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约3′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0000" y="358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426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426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455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0000" y="434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教学设计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约3′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0000" y="491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426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426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455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0000" y="434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教学资源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0000" y="491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0000" y="559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0000" y="559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000" y="588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0000" y="567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考核评价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0000" y="624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0000" y="559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70000" y="559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0000" y="588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0000" y="567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特色与成效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0000" y="624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本课程是工业互联网应用专业的核心基础课程，旨在培养面向零编程基础或基础薄弱大一新生的Python编程能力，特别是面向对象编程思想、第三方库应用和工业数据处理能力。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工业数据采集技术员、边缘计算运维员、工业网络实施与运维工程师、工业互联网平台运维员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48学时（理论24+实训24）· 3学分 · 第1-12周（大一新生）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Python开发职业技能等级证书（工信部）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1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1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000" y="595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0" y="580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计算机文化基础 → 本课 → AI应用基础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起点：大一新生，多数零Python基础（W4-11零基础口径），有C语言或Office经验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差异：入学摸底分四档，ABCD分层动态升降（每4周）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对策：starter防挫败+微课课前预习+双师带教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1.Python语言基础：基本语法、数据类型、运算符与表达式；控制流逻辑；函数定义与调用。…（共6条，对应工单验收口径）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1.编程能力：独立编写200-800行规范代码；设计类并实现继承多态；第12周达到PEP 8规范率9…（共5条，对应周工单+代码审查）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1.职业素养：严谨的编码习惯与工匠精神；数据安全与隐私保护意识；工程伦理。（课程思政如盐入水）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20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21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0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1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2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301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模块0 Python基础与面向对象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700000"/>
            <a:ext cx="22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301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第1-6周 · 24课时(12理12实)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700000"/>
            <a:ext cx="44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301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环境搭建、变量与数据类型；条件判断、循环与函数；设备类设计与继承体系；异常捕获与日志。工单：设备参数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800000"/>
            <a:ext cx="32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411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模块1 数据结构、第三方库与网络编程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800000"/>
            <a:ext cx="22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411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第7-12周 · 24课时(12理12实)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800000"/>
            <a:ext cx="44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411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容器与正则解析；CSV/JSON清洗；故障分析词云报告；图像标注与PDF日报；Modbus+MQTT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502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12周剧情递进：告警系统→设备类→健壮采集→数据报告→综合项目，每周1工单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综合应用层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工业互联网采集(W11)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综合项目(W12)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报告与文档层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故障分析报告(W9)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图像处理报告(W10)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数据进阶层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格式转换(W7)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文件处理(W8)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面向对象层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类设计(W4)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6666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6666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继承体系(W5)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33332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3332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健壮采集(W6)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语法基础层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变量与初始化(W1)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分支循环告警(W2-3)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岗课赛证创五维融通：优秀层任务对标蓝桥杯Python程序设计组与省级程序设计赛；W12综合项目按竞赛评审制组织答辩…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课程思政如盐入水：总目标：工匠精神立码——规范命名、报错必究、版本可溯；做诚实的工程师…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配套资料与工单/PPT同源自动同步，改一处全链更新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周达标率≥90%，期末综合项目一次通过率≥85%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